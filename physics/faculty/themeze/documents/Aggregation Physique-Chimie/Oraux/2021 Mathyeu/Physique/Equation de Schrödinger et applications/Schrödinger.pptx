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231280" y="964800"/>
            <a:ext cx="772920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8448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45812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22312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8448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45812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2231280" y="964800"/>
            <a:ext cx="7729200" cy="5509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8448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45812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22312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8448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45812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90000"/>
              </a:lnSpc>
            </a:pPr>
            <a:r>
              <a:rPr b="0" lang="en-US" sz="3800" spc="199" strike="noStrike" cap="all">
                <a:solidFill>
                  <a:srgbClr val="262626"/>
                </a:solidFill>
                <a:latin typeface="Gill Sans MT"/>
              </a:rPr>
              <a:t>Modifiez le style du titre</a:t>
            </a:r>
            <a:endParaRPr b="0" lang="en-US" sz="3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A45AAEF-5829-4C33-8CA3-1F9E323F7FBA}" type="datetime1">
              <a:rPr b="0" lang="fr-FR" sz="1050" spc="-1" strike="noStrike">
                <a:solidFill>
                  <a:srgbClr val="000000"/>
                </a:solidFill>
                <a:latin typeface="Gill Sans MT"/>
              </a:rPr>
              <a:t>28/05/2021</a:t>
            </a:fld>
            <a:endParaRPr b="0" lang="fr-FR" sz="105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000000"/>
                </a:solidFill>
                <a:latin typeface="Gill Sans MT"/>
              </a:rPr>
              <a:t>Mathieu Markovitch</a:t>
            </a:r>
            <a:endParaRPr b="0" lang="fr-FR" sz="105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AF8E71D0-20AE-42C0-B0FF-BE10403997A6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&lt;numéro&gt;</a:t>
            </a:fld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Cliquez pour éditer le format du plan de texte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Troisième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Quatrième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Cinquième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Sixième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Septième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2800" spc="199" strike="noStrike" cap="all">
                <a:solidFill>
                  <a:srgbClr val="262626"/>
                </a:solidFill>
                <a:latin typeface="Gill Sans MT"/>
              </a:rPr>
              <a:t>Modifiez le style du titre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Cliquez pour modifier les styles du texte du masque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Deuxième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Troisième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Quatrième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Cinquième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2A6FFDD-777B-489D-911B-3DC6F6377679}" type="datetime1">
              <a:rPr b="0" lang="fr-FR" sz="1050" spc="-1" strike="noStrike">
                <a:solidFill>
                  <a:srgbClr val="000000"/>
                </a:solidFill>
                <a:latin typeface="Gill Sans MT"/>
              </a:rPr>
              <a:t>28/05/2021</a:t>
            </a:fld>
            <a:endParaRPr b="0" lang="fr-FR" sz="105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000000"/>
                </a:solidFill>
                <a:latin typeface="Gill Sans MT"/>
              </a:rPr>
              <a:t>Mathieu Markovitch</a:t>
            </a:r>
            <a:endParaRPr b="0" lang="fr-FR" sz="105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6CD840A7-CF65-44E0-8F3C-1843CAED59F5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&lt;numéro&gt;</a:t>
            </a:fld>
            <a:endParaRPr b="0" lang="fr-FR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84000" y="1594440"/>
            <a:ext cx="8991360" cy="1645560"/>
          </a:xfrm>
          <a:prstGeom prst="rect">
            <a:avLst/>
          </a:prstGeom>
          <a:solidFill>
            <a:srgbClr val="ebeff0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 fontScale="39000"/>
          </a:bodyPr>
          <a:p>
            <a:pPr algn="ctr">
              <a:lnSpc>
                <a:spcPct val="90000"/>
              </a:lnSpc>
            </a:pPr>
            <a:r>
              <a:rPr b="1" lang="en-US" sz="6000" spc="199" strike="noStrike">
                <a:solidFill>
                  <a:srgbClr val="262626"/>
                </a:solidFill>
                <a:latin typeface="Georgia"/>
              </a:rPr>
              <a:t>Leçon : équation de </a:t>
            </a:r>
            <a:r>
              <a:rPr b="1" lang="en-US" sz="4400" spc="199" strike="noStrike">
                <a:solidFill>
                  <a:srgbClr val="262626"/>
                </a:solidFill>
                <a:latin typeface="Georgia"/>
              </a:rPr>
              <a:t>Schrödinger</a:t>
            </a:r>
            <a:r>
              <a:rPr b="1" lang="en-US" sz="6000" spc="199" strike="noStrike">
                <a:solidFill>
                  <a:srgbClr val="262626"/>
                </a:solidFill>
                <a:latin typeface="Georgia"/>
              </a:rPr>
              <a:t> et applications</a:t>
            </a:r>
            <a:endParaRPr b="0" lang="en-US" sz="60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2664000" y="4808520"/>
            <a:ext cx="6801120" cy="1239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b="0" lang="fr-FR" sz="2000" spc="-1" strike="noStrike">
                <a:solidFill>
                  <a:srgbClr val="404040"/>
                </a:solidFill>
                <a:latin typeface="Georgia"/>
              </a:rPr>
              <a:t>Mathieu Markovitch</a:t>
            </a:r>
            <a:endParaRPr b="0" lang="fr-FR" sz="2000" spc="-1" strike="noStrike">
              <a:solidFill>
                <a:srgbClr val="404040"/>
              </a:solidFill>
              <a:latin typeface="Georg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1" lang="en-US" sz="3200" spc="199" strike="noStrike">
                <a:solidFill>
                  <a:srgbClr val="262626"/>
                </a:solidFill>
                <a:latin typeface="Georgia"/>
              </a:rPr>
              <a:t>Dualité onde-corpuscule</a:t>
            </a:r>
            <a:endParaRPr b="1" lang="en-US" sz="32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2376000" y="3168000"/>
            <a:ext cx="7632000" cy="25459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62626"/>
                </a:solidFill>
                <a:latin typeface="Gill Sans MT"/>
              </a:rPr>
              <a:t>Relation de </a:t>
            </a:r>
            <a:r>
              <a:rPr b="0" i="1" lang="en-US" sz="2800" spc="-1" strike="noStrike">
                <a:solidFill>
                  <a:srgbClr val="262626"/>
                </a:solidFill>
                <a:latin typeface="Gill Sans MT"/>
              </a:rPr>
              <a:t>De Broglie</a:t>
            </a:r>
            <a:r>
              <a:rPr b="0" lang="en-US" sz="2800" spc="-1" strike="noStrike">
                <a:solidFill>
                  <a:srgbClr val="262626"/>
                </a:solidFill>
                <a:latin typeface="Gill Sans MT"/>
              </a:rPr>
              <a:t> : </a:t>
            </a:r>
            <a:r>
              <a:rPr b="0" i="1" lang="en-US" sz="2800" spc="-1" strike="noStrike">
                <a:solidFill>
                  <a:srgbClr val="262626"/>
                </a:solidFill>
                <a:latin typeface="Arial"/>
                <a:ea typeface="Arial"/>
              </a:rPr>
              <a:t>λ</a:t>
            </a:r>
            <a:r>
              <a:rPr b="0" i="1" lang="en-US" sz="2800" spc="-1" strike="noStrike" baseline="-14000000">
                <a:solidFill>
                  <a:srgbClr val="262626"/>
                </a:solidFill>
                <a:latin typeface="Gill Sans MT"/>
                <a:ea typeface="Arial"/>
              </a:rPr>
              <a:t>DB</a:t>
            </a:r>
            <a:r>
              <a:rPr b="0" i="1" lang="en-US" sz="2800" spc="-1" strike="noStrike">
                <a:solidFill>
                  <a:srgbClr val="262626"/>
                </a:solidFill>
                <a:latin typeface="Gill Sans MT"/>
                <a:ea typeface="Arial"/>
              </a:rPr>
              <a:t> = h/p</a:t>
            </a:r>
            <a:endParaRPr b="0" lang="en-US" sz="2800" spc="-1" strike="noStrike">
              <a:solidFill>
                <a:srgbClr val="262626"/>
              </a:solidFill>
              <a:latin typeface="Gill Sans MT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endParaRPr b="0" lang="en-US" sz="2800" spc="-1" strike="noStrike">
              <a:solidFill>
                <a:srgbClr val="262626"/>
              </a:solidFill>
              <a:latin typeface="Gill Sans MT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endParaRPr b="0" lang="en-US" sz="2800" spc="-1" strike="noStrike">
              <a:solidFill>
                <a:srgbClr val="262626"/>
              </a:solidFill>
              <a:latin typeface="Gill Sans MT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62626"/>
                </a:solidFill>
                <a:latin typeface="Gill Sans MT"/>
                <a:ea typeface="Arial"/>
              </a:rPr>
              <a:t>Pour les électrons accélérés, </a:t>
            </a:r>
            <a:r>
              <a:rPr b="0" i="1" lang="en-US" sz="2800" spc="-1" strike="noStrike">
                <a:solidFill>
                  <a:srgbClr val="262626"/>
                </a:solidFill>
                <a:latin typeface="Gill Sans MT"/>
                <a:ea typeface="Arial"/>
              </a:rPr>
              <a:t>λ</a:t>
            </a:r>
            <a:r>
              <a:rPr b="0" i="1" lang="en-US" sz="2800" spc="-1" strike="noStrike" baseline="-14000000">
                <a:solidFill>
                  <a:srgbClr val="262626"/>
                </a:solidFill>
                <a:latin typeface="Gill Sans MT"/>
                <a:ea typeface="Arial"/>
              </a:rPr>
              <a:t>DB</a:t>
            </a:r>
            <a:r>
              <a:rPr b="0" i="1" lang="en-US" sz="2800" spc="-1" strike="noStrike">
                <a:solidFill>
                  <a:srgbClr val="262626"/>
                </a:solidFill>
                <a:latin typeface="Gill Sans MT"/>
                <a:ea typeface="Arial"/>
              </a:rPr>
              <a:t> = rd/l</a:t>
            </a:r>
            <a:endParaRPr b="0" lang="en-US" sz="2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6" name="TextShape 3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87" name="TextShape 4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040AFC30-805A-40AE-91BF-B538357942D4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2</a:t>
            </a:fld>
            <a:endParaRPr b="0" lang="fr-FR" sz="1100" spc="-1" strike="noStrike"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8" name="Formula 5"/>
              <p:cNvSpPr txBox="1"/>
              <p:nvPr/>
            </p:nvSpPr>
            <p:spPr>
              <a:xfrm>
                <a:off x="5752440" y="3257280"/>
                <a:ext cx="71964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1" lang="en-US" sz="3200" spc="199" strike="noStrike">
                <a:solidFill>
                  <a:srgbClr val="262626"/>
                </a:solidFill>
                <a:latin typeface="Georgia"/>
              </a:rPr>
              <a:t>Effet tunnel</a:t>
            </a:r>
            <a:endParaRPr b="1" lang="en-US" sz="32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91" name="TextShape 3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0F12ED18-AD98-41BE-8BE7-33FAED798DDF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3</a:t>
            </a:fld>
            <a:endParaRPr b="0" lang="fr-FR" sz="1100" spc="-1" strike="noStrike">
              <a:latin typeface="Times New Roman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592000" y="3024000"/>
            <a:ext cx="2857320" cy="1856880"/>
          </a:xfrm>
          <a:prstGeom prst="rect">
            <a:avLst/>
          </a:prstGeom>
          <a:ln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6840000" y="3096000"/>
            <a:ext cx="2957760" cy="1728000"/>
          </a:xfrm>
          <a:prstGeom prst="rect">
            <a:avLst/>
          </a:prstGeom>
          <a:ln>
            <a:noFill/>
          </a:ln>
        </p:spPr>
      </p:pic>
      <p:sp>
        <p:nvSpPr>
          <p:cNvPr id="94" name="TextShape 4"/>
          <p:cNvSpPr txBox="1"/>
          <p:nvPr/>
        </p:nvSpPr>
        <p:spPr>
          <a:xfrm>
            <a:off x="6994080" y="4837680"/>
            <a:ext cx="272592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fr-FR" sz="1800" spc="-1" strike="noStrike">
                <a:latin typeface="Arial"/>
              </a:rPr>
              <a:t>Microscope à effet tunnel</a:t>
            </a:r>
            <a:endParaRPr b="0" lang="fr-F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1" lang="en-US" sz="3200" spc="199" strike="noStrike">
                <a:solidFill>
                  <a:srgbClr val="262626"/>
                </a:solidFill>
                <a:latin typeface="Georgia"/>
              </a:rPr>
              <a:t>Oscillation des neutrinos</a:t>
            </a:r>
            <a:endParaRPr b="1" lang="en-US" sz="32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97" name="TextShape 3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>
            <a:noAutofit/>
          </a:bodyPr>
          <a:p>
            <a:pPr algn="ctr">
              <a:lnSpc>
                <a:spcPct val="100000"/>
              </a:lnSpc>
            </a:pPr>
            <a:fld id="{65E67AC0-F7FE-42C2-AE7C-7E37B5CE42CC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4</a:t>
            </a:fld>
            <a:endParaRPr b="0" lang="fr-FR" sz="1100" spc="-1" strike="noStrike">
              <a:latin typeface="Times New Roman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944000" y="2376000"/>
            <a:ext cx="4800240" cy="3560040"/>
          </a:xfrm>
          <a:prstGeom prst="rect">
            <a:avLst/>
          </a:prstGeom>
          <a:ln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7380720" y="2448000"/>
            <a:ext cx="3616920" cy="329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92</TotalTime>
  <Application>LibreOffice/6.3.5.2$Windows_X86_64 LibreOffice_project/dd0751754f11728f69b42ee2af66670068624673</Application>
  <Words>5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2020-09-19T14:45:32Z</dcterms:created>
  <dc:creator>Mathieu</dc:creator>
  <dc:description/>
  <dc:language>fr-FR</dc:language>
  <cp:lastModifiedBy/>
  <dcterms:modified xsi:type="dcterms:W3CDTF">2021-05-28T14:57:00Z</dcterms:modified>
  <cp:revision>8</cp:revision>
  <dc:subject/>
  <dc:title>Leçon :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Grand écran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</vt:i4>
  </property>
</Properties>
</file>