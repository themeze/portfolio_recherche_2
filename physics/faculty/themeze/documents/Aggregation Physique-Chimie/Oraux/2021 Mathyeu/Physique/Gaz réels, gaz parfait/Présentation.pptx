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0" r:id="rId4"/>
    <p:sldId id="259" r:id="rId5"/>
    <p:sldId id="262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07/01/2021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07/01/2021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07/01/2021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07/01/2021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07/01/2021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07/01/2021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07/01/2021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07/01/2021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07/01/2021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07/01/2021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07/01/2021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07/01/2021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07/01/2021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36" y="2159227"/>
            <a:ext cx="11932328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Leçon T1 : Gaz réels, gaz parfait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698773"/>
            <a:ext cx="6801612" cy="716606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4000" b="1" cap="none" dirty="0">
                <a:latin typeface="Garamond" panose="02020404030301010803" pitchFamily="18" charset="0"/>
              </a:rPr>
              <a:t>Lois historiques</a:t>
            </a:r>
            <a:endParaRPr lang="fr-FR" sz="40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AAE46DA-8205-4E82-ACC4-ECFB5ACA8F9B}"/>
                  </a:ext>
                </a:extLst>
              </p:cNvPr>
              <p:cNvSpPr txBox="1"/>
              <p:nvPr/>
            </p:nvSpPr>
            <p:spPr>
              <a:xfrm>
                <a:off x="944807" y="2441359"/>
                <a:ext cx="366647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de Boyle-Mariotte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AAE46DA-8205-4E82-ACC4-ECFB5ACA8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7" y="2441359"/>
                <a:ext cx="3666477" cy="1077218"/>
              </a:xfrm>
              <a:prstGeom prst="rect">
                <a:avLst/>
              </a:prstGeom>
              <a:blipFill>
                <a:blip r:embed="rId2"/>
                <a:stretch>
                  <a:fillRect l="-4160" t="-7345" r="-416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7D98226-B35A-4AD5-92A9-6CADAA2D7EA2}"/>
                  </a:ext>
                </a:extLst>
              </p:cNvPr>
              <p:cNvSpPr txBox="1"/>
              <p:nvPr/>
            </p:nvSpPr>
            <p:spPr>
              <a:xfrm>
                <a:off x="944807" y="4564602"/>
                <a:ext cx="3666477" cy="154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de Charles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7D98226-B35A-4AD5-92A9-6CADAA2D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7" y="4564602"/>
                <a:ext cx="3666477" cy="1549207"/>
              </a:xfrm>
              <a:prstGeom prst="rect">
                <a:avLst/>
              </a:prstGeom>
              <a:blipFill>
                <a:blip r:embed="rId3"/>
                <a:stretch>
                  <a:fillRect t="-51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E7C3F01-CAF7-450F-8460-885135100BFA}"/>
                  </a:ext>
                </a:extLst>
              </p:cNvPr>
              <p:cNvSpPr txBox="1"/>
              <p:nvPr/>
            </p:nvSpPr>
            <p:spPr>
              <a:xfrm>
                <a:off x="7580717" y="2441359"/>
                <a:ext cx="3666477" cy="154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de Gay-Lussac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E7C3F01-CAF7-450F-8460-885135100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717" y="2441359"/>
                <a:ext cx="3666477" cy="1549207"/>
              </a:xfrm>
              <a:prstGeom prst="rect">
                <a:avLst/>
              </a:prstGeom>
              <a:blipFill>
                <a:blip r:embed="rId4"/>
                <a:stretch>
                  <a:fillRect t="-50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E073F8C-3E66-48C9-A0E4-B046164D4A9E}"/>
                  </a:ext>
                </a:extLst>
              </p:cNvPr>
              <p:cNvSpPr txBox="1"/>
              <p:nvPr/>
            </p:nvSpPr>
            <p:spPr>
              <a:xfrm>
                <a:off x="7580717" y="4564601"/>
                <a:ext cx="3666477" cy="154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d’Avogadro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E073F8C-3E66-48C9-A0E4-B046164D4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717" y="4564601"/>
                <a:ext cx="3666477" cy="1549207"/>
              </a:xfrm>
              <a:prstGeom prst="rect">
                <a:avLst/>
              </a:prstGeom>
              <a:blipFill>
                <a:blip r:embed="rId5"/>
                <a:stretch>
                  <a:fillRect t="-51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4000" b="1" cap="none" dirty="0">
                <a:latin typeface="Garamond" panose="02020404030301010803" pitchFamily="18" charset="0"/>
              </a:rPr>
              <a:t>Lois historiques</a:t>
            </a:r>
            <a:endParaRPr lang="fr-FR" sz="40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AAE46DA-8205-4E82-ACC4-ECFB5ACA8F9B}"/>
                  </a:ext>
                </a:extLst>
              </p:cNvPr>
              <p:cNvSpPr txBox="1"/>
              <p:nvPr/>
            </p:nvSpPr>
            <p:spPr>
              <a:xfrm>
                <a:off x="944807" y="2441359"/>
                <a:ext cx="366647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de Boyle-Mariotte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AAE46DA-8205-4E82-ACC4-ECFB5ACA8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7" y="2441359"/>
                <a:ext cx="3666477" cy="1077218"/>
              </a:xfrm>
              <a:prstGeom prst="rect">
                <a:avLst/>
              </a:prstGeom>
              <a:blipFill>
                <a:blip r:embed="rId2"/>
                <a:stretch>
                  <a:fillRect l="-4160" t="-7345" r="-416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7D98226-B35A-4AD5-92A9-6CADAA2D7EA2}"/>
                  </a:ext>
                </a:extLst>
              </p:cNvPr>
              <p:cNvSpPr txBox="1"/>
              <p:nvPr/>
            </p:nvSpPr>
            <p:spPr>
              <a:xfrm>
                <a:off x="944807" y="4564602"/>
                <a:ext cx="3666477" cy="154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de Charles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7D98226-B35A-4AD5-92A9-6CADAA2D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7" y="4564602"/>
                <a:ext cx="3666477" cy="1549207"/>
              </a:xfrm>
              <a:prstGeom prst="rect">
                <a:avLst/>
              </a:prstGeom>
              <a:blipFill>
                <a:blip r:embed="rId3"/>
                <a:stretch>
                  <a:fillRect t="-51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E7C3F01-CAF7-450F-8460-885135100BFA}"/>
                  </a:ext>
                </a:extLst>
              </p:cNvPr>
              <p:cNvSpPr txBox="1"/>
              <p:nvPr/>
            </p:nvSpPr>
            <p:spPr>
              <a:xfrm>
                <a:off x="7580717" y="2441359"/>
                <a:ext cx="3666477" cy="154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de Gay-Lussac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E7C3F01-CAF7-450F-8460-885135100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717" y="2441359"/>
                <a:ext cx="3666477" cy="1549207"/>
              </a:xfrm>
              <a:prstGeom prst="rect">
                <a:avLst/>
              </a:prstGeom>
              <a:blipFill>
                <a:blip r:embed="rId4"/>
                <a:stretch>
                  <a:fillRect t="-50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E073F8C-3E66-48C9-A0E4-B046164D4A9E}"/>
                  </a:ext>
                </a:extLst>
              </p:cNvPr>
              <p:cNvSpPr txBox="1"/>
              <p:nvPr/>
            </p:nvSpPr>
            <p:spPr>
              <a:xfrm>
                <a:off x="7580717" y="4564601"/>
                <a:ext cx="3666477" cy="154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 dirty="0">
                    <a:latin typeface="Garamond" panose="02020404030301010803" pitchFamily="18" charset="0"/>
                  </a:rPr>
                  <a:t>Loi d’Avogadro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baseline="-2500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E073F8C-3E66-48C9-A0E4-B046164D4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717" y="4564601"/>
                <a:ext cx="3666477" cy="1549207"/>
              </a:xfrm>
              <a:prstGeom prst="rect">
                <a:avLst/>
              </a:prstGeom>
              <a:blipFill>
                <a:blip r:embed="rId5"/>
                <a:stretch>
                  <a:fillRect t="-51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665C52F-0437-4B89-AE71-F541C3B40AE7}"/>
                  </a:ext>
                </a:extLst>
              </p:cNvPr>
              <p:cNvSpPr txBox="1"/>
              <p:nvPr/>
            </p:nvSpPr>
            <p:spPr>
              <a:xfrm>
                <a:off x="4894581" y="3900749"/>
                <a:ext cx="2402837" cy="615553"/>
              </a:xfrm>
              <a:prstGeom prst="rect">
                <a:avLst/>
              </a:prstGeom>
              <a:ln w="381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000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fr-FR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4000" b="0" i="1" smtClean="0">
                          <a:latin typeface="Cambria Math" panose="02040503050406030204" pitchFamily="18" charset="0"/>
                        </a:rPr>
                        <m:t>𝑛𝑅𝑇</m:t>
                      </m:r>
                    </m:oMath>
                  </m:oMathPara>
                </a14:m>
                <a:endParaRPr lang="fr-FR" sz="40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665C52F-0437-4B89-AE71-F541C3B40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581" y="3900749"/>
                <a:ext cx="2402837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53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Détente de Joule-Gay-Lussac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6" y="4946485"/>
            <a:ext cx="583085" cy="36398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dirty="0">
                <a:latin typeface="Garamond" panose="02020404030301010803" pitchFamily="18" charset="0"/>
              </a:rPr>
              <a:t>(Diu)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9E0AC81-46C1-4F01-AE10-D592D130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10" y="2629517"/>
            <a:ext cx="79533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0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Détente de Joule-Thomson</a:t>
            </a:r>
            <a:endParaRPr lang="fr-FR" sz="3200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3C4F5A0-6C1F-4F63-AB3B-375EF79EC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804" y="2336864"/>
            <a:ext cx="5857001" cy="3174898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ED5F2B9-5A87-422E-BF8B-8F4260355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7" y="5511762"/>
            <a:ext cx="583085" cy="36398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dirty="0">
                <a:latin typeface="Garamond" panose="02020404030301010803" pitchFamily="18" charset="0"/>
              </a:rPr>
              <a:t>(Diu)</a:t>
            </a:r>
          </a:p>
        </p:txBody>
      </p:sp>
    </p:spTree>
    <p:extLst>
      <p:ext uri="{BB962C8B-B14F-4D97-AF65-F5344CB8AC3E}">
        <p14:creationId xmlns:p14="http://schemas.microsoft.com/office/powerpoint/2010/main" val="280457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Isothermes et </a:t>
            </a:r>
            <a:r>
              <a:rPr lang="fr-FR" sz="3200" b="1" cap="none" dirty="0" err="1">
                <a:latin typeface="Garamond" panose="02020404030301010803" pitchFamily="18" charset="0"/>
              </a:rPr>
              <a:t>isenthalpes</a:t>
            </a:r>
            <a:r>
              <a:rPr lang="fr-FR" sz="3200" b="1" cap="none" dirty="0">
                <a:latin typeface="Garamond" panose="02020404030301010803" pitchFamily="18" charset="0"/>
              </a:rPr>
              <a:t> du diazote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6F071EE-9EB7-471E-A3D8-78D0DCCC1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175" y="2377488"/>
            <a:ext cx="8703649" cy="366207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96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Mise en défaut de la loi des gaz parfaits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5C396E6-30FD-4344-ADCB-395E943CB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380" y="2419082"/>
            <a:ext cx="5926985" cy="3064481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2CD834C-1E59-44C0-9963-ED3155570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7394" y="5509617"/>
            <a:ext cx="782955" cy="3639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>
                <a:latin typeface="Garamond" panose="02020404030301010803" pitchFamily="18" charset="0"/>
              </a:rPr>
              <a:t>(Dunod)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B5A424-2A6C-4FC1-A8CA-6177039BC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" y="2419082"/>
            <a:ext cx="3891794" cy="310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2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 de Clapeyron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C591961-C8AC-4ABF-88C0-F6C425D36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22" y="2227377"/>
            <a:ext cx="6502756" cy="3581956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540D17C-F98A-46AF-A8D4-26ED7AC93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7" y="5854494"/>
            <a:ext cx="583085" cy="36398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dirty="0">
                <a:latin typeface="Garamond" panose="02020404030301010803" pitchFamily="18" charset="0"/>
              </a:rPr>
              <a:t>(Diu)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2788509-34DE-4899-82BB-96984DAF60FB}"/>
              </a:ext>
            </a:extLst>
          </p:cNvPr>
          <p:cNvCxnSpPr>
            <a:cxnSpLocks/>
          </p:cNvCxnSpPr>
          <p:nvPr/>
        </p:nvCxnSpPr>
        <p:spPr>
          <a:xfrm>
            <a:off x="3835153" y="4456590"/>
            <a:ext cx="1056443" cy="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508707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55</TotalTime>
  <Words>167</Words>
  <Application>Microsoft Office PowerPoint</Application>
  <PresentationFormat>Grand écran</PresentationFormat>
  <Paragraphs>44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Garamond</vt:lpstr>
      <vt:lpstr>Gill Sans MT</vt:lpstr>
      <vt:lpstr>Colis</vt:lpstr>
      <vt:lpstr>Leçon T1 : Gaz réels, gaz parfait</vt:lpstr>
      <vt:lpstr>Lois historiques</vt:lpstr>
      <vt:lpstr>Lois historiques</vt:lpstr>
      <vt:lpstr>Détente de Joule-Gay-Lussac</vt:lpstr>
      <vt:lpstr>Détente de Joule-Thomson</vt:lpstr>
      <vt:lpstr>Isothermes et isenthalpes du diazote</vt:lpstr>
      <vt:lpstr>Mise en défaut de la loi des gaz parfaits</vt:lpstr>
      <vt:lpstr>Diagramme de Clapeyron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14</cp:revision>
  <dcterms:created xsi:type="dcterms:W3CDTF">2020-09-19T14:45:32Z</dcterms:created>
  <dcterms:modified xsi:type="dcterms:W3CDTF">2021-01-07T18:11:04Z</dcterms:modified>
</cp:coreProperties>
</file>