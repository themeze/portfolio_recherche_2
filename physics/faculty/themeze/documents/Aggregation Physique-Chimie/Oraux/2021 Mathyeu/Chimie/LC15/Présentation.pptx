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F51CE3-9C7E-4F9E-B0F4-FC988528060B}" type="datetimeFigureOut">
              <a:rPr lang="fr-FR" smtClean="0"/>
              <a:t>09/05/2021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536B36-6E90-4BAD-A4C4-085410494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8884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22011-4AF3-484A-ACC1-E81F8CC48133}" type="datetime1">
              <a:rPr lang="fr-FR" smtClean="0"/>
              <a:t>09/05/2021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0516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09F49-D0D3-47CD-901D-4E1D3BAF5AB2}" type="datetime1">
              <a:rPr lang="fr-FR" smtClean="0"/>
              <a:t>09/05/2021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6421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54A85-7B2E-4FD7-93A7-AC2D6F4C0A02}" type="datetime1">
              <a:rPr lang="fr-FR" smtClean="0"/>
              <a:t>09/05/2021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4338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58BB-11B9-447F-A8B8-D817CD81C453}" type="datetime1">
              <a:rPr lang="fr-FR" smtClean="0"/>
              <a:t>09/05/2021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4244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A71A8-43F5-4B50-930C-AFD958D07321}" type="datetime1">
              <a:rPr lang="fr-FR" smtClean="0"/>
              <a:t>09/05/2021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524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D0F49-8265-4A3A-AE23-F264A7AB982A}" type="datetime1">
              <a:rPr lang="fr-FR" smtClean="0"/>
              <a:t>09/05/2021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3346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365DF-E2E8-4A8D-93BF-EBD582E9762B}" type="datetime1">
              <a:rPr lang="fr-FR" smtClean="0"/>
              <a:t>09/05/2021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49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A8A5-9239-458E-ABD9-01BE91958835}" type="datetime1">
              <a:rPr lang="fr-FR" smtClean="0"/>
              <a:t>09/05/2021</a:t>
            </a:fld>
            <a:endParaRPr lang="fr-F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6435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F18A53AF-E335-485C-9F4D-A75E166D6BF6}" type="datetime1">
              <a:rPr lang="fr-FR" smtClean="0"/>
              <a:t>09/05/2021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424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9ABF6-F35E-4280-B9BC-AEA6A61FEC11}" type="datetime1">
              <a:rPr lang="fr-FR" smtClean="0"/>
              <a:t>09/05/2021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9306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E294D-F84B-4A3B-92A2-8E351A2EA1CD}" type="datetime1">
              <a:rPr lang="fr-FR" smtClean="0"/>
              <a:t>09/05/2021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6467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0D0C986-FF24-43ED-ABC3-B4FAE3FAE3F0}" type="datetime1">
              <a:rPr lang="fr-FR" smtClean="0"/>
              <a:t>09/05/2021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3165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36647E-EBC3-4C35-A08A-ED41E77A3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2377866"/>
            <a:ext cx="8991600" cy="16459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6000" b="1" cap="none" dirty="0">
                <a:latin typeface="Garamond" panose="02020404030301010803" pitchFamily="18" charset="0"/>
              </a:rPr>
              <a:t>LC15 : Solvants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6E999F2-7A5D-42D8-8020-0BE6951E39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4" y="5178167"/>
            <a:ext cx="6801612" cy="1239894"/>
          </a:xfrm>
        </p:spPr>
        <p:txBody>
          <a:bodyPr>
            <a:normAutofit/>
          </a:bodyPr>
          <a:lstStyle/>
          <a:p>
            <a:r>
              <a:rPr lang="fr-FR" sz="3200" b="1" dirty="0">
                <a:latin typeface="Garamond" panose="02020404030301010803" pitchFamily="18" charset="0"/>
              </a:rPr>
              <a:t>Mathieu </a:t>
            </a:r>
            <a:r>
              <a:rPr lang="fr-FR" sz="3200" b="1" dirty="0" err="1">
                <a:latin typeface="Garamond" panose="02020404030301010803" pitchFamily="18" charset="0"/>
              </a:rPr>
              <a:t>Markovitch</a:t>
            </a:r>
            <a:endParaRPr lang="fr-FR" sz="3200" b="1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158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96521"/>
            <a:ext cx="7729728" cy="11887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Classification de quelques solvants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graphicFrame>
        <p:nvGraphicFramePr>
          <p:cNvPr id="6" name="Tableau 6">
            <a:extLst>
              <a:ext uri="{FF2B5EF4-FFF2-40B4-BE49-F238E27FC236}">
                <a16:creationId xmlns:a16="http://schemas.microsoft.com/office/drawing/2014/main" id="{E2BB67EF-20A4-4897-AB06-E7D3701227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8359733"/>
              </p:ext>
            </p:extLst>
          </p:nvPr>
        </p:nvGraphicFramePr>
        <p:xfrm>
          <a:off x="526491" y="1677937"/>
          <a:ext cx="11139017" cy="4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141">
                  <a:extLst>
                    <a:ext uri="{9D8B030D-6E8A-4147-A177-3AD203B41FA5}">
                      <a16:colId xmlns:a16="http://schemas.microsoft.com/office/drawing/2014/main" val="3615116094"/>
                    </a:ext>
                  </a:extLst>
                </a:gridCol>
                <a:gridCol w="1456713">
                  <a:extLst>
                    <a:ext uri="{9D8B030D-6E8A-4147-A177-3AD203B41FA5}">
                      <a16:colId xmlns:a16="http://schemas.microsoft.com/office/drawing/2014/main" val="53975942"/>
                    </a:ext>
                  </a:extLst>
                </a:gridCol>
                <a:gridCol w="1553592">
                  <a:extLst>
                    <a:ext uri="{9D8B030D-6E8A-4147-A177-3AD203B41FA5}">
                      <a16:colId xmlns:a16="http://schemas.microsoft.com/office/drawing/2014/main" val="2475973571"/>
                    </a:ext>
                  </a:extLst>
                </a:gridCol>
                <a:gridCol w="1109709">
                  <a:extLst>
                    <a:ext uri="{9D8B030D-6E8A-4147-A177-3AD203B41FA5}">
                      <a16:colId xmlns:a16="http://schemas.microsoft.com/office/drawing/2014/main" val="3132599214"/>
                    </a:ext>
                  </a:extLst>
                </a:gridCol>
                <a:gridCol w="2783225">
                  <a:extLst>
                    <a:ext uri="{9D8B030D-6E8A-4147-A177-3AD203B41FA5}">
                      <a16:colId xmlns:a16="http://schemas.microsoft.com/office/drawing/2014/main" val="55397373"/>
                    </a:ext>
                  </a:extLst>
                </a:gridCol>
                <a:gridCol w="2851637">
                  <a:extLst>
                    <a:ext uri="{9D8B030D-6E8A-4147-A177-3AD203B41FA5}">
                      <a16:colId xmlns:a16="http://schemas.microsoft.com/office/drawing/2014/main" val="745014850"/>
                    </a:ext>
                  </a:extLst>
                </a:gridCol>
              </a:tblGrid>
              <a:tr h="921559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Solvant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Moment dipolaire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Permittivité relative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 err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Proticité</a:t>
                      </a:r>
                      <a:endParaRPr lang="fr-FR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Catégorie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Solubilise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27155"/>
                  </a:ext>
                </a:extLst>
              </a:tr>
              <a:tr h="940543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Eau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1,85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80,1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Oui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Polaire, protique, très dissociant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Composés ioniques et partiellement ioniques (anions fortement solvatés)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9815910"/>
                  </a:ext>
                </a:extLst>
              </a:tr>
              <a:tr h="940543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Acétone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2,88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20,7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Non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Polaire, aprotique, dissociant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Composés ioniques et partiellement ioniques (cations fortement solvatés)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740170"/>
                  </a:ext>
                </a:extLst>
              </a:tr>
              <a:tr h="658380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Toluène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0,38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2,38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Non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Apolaire, aprotique, peu dissociant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Composés apolaires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9801428"/>
                  </a:ext>
                </a:extLst>
              </a:tr>
              <a:tr h="940543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Cyclohexane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0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2,02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Non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Totalement apolaire, aprotique, peu dissociant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Composés apolaires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313359"/>
                  </a:ext>
                </a:extLst>
              </a:tr>
            </a:tbl>
          </a:graphicData>
        </a:graphic>
      </p:graphicFrame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8650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32847"/>
            <a:ext cx="7729728" cy="11887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Titrage colorimétrique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5DECA2-773A-43F2-99C3-01972FC9C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3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0573780-AEA9-4DB7-84A2-D19421541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000" y="1859352"/>
            <a:ext cx="8443999" cy="414248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2A82979-62CC-42D8-A50D-B3CA6BB10E45}"/>
              </a:ext>
            </a:extLst>
          </p:cNvPr>
          <p:cNvSpPr/>
          <p:nvPr/>
        </p:nvSpPr>
        <p:spPr>
          <a:xfrm>
            <a:off x="9960864" y="5551714"/>
            <a:ext cx="357135" cy="4260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7C852F-DE8C-43A3-B144-5FFE7E9CAAE1}"/>
              </a:ext>
            </a:extLst>
          </p:cNvPr>
          <p:cNvSpPr/>
          <p:nvPr/>
        </p:nvSpPr>
        <p:spPr>
          <a:xfrm>
            <a:off x="5644170" y="3857558"/>
            <a:ext cx="3846059" cy="4260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4718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58665"/>
            <a:ext cx="7729728" cy="11887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Conclusion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5DECA2-773A-43F2-99C3-01972FC9C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7312" y="2446907"/>
            <a:ext cx="9157376" cy="3017210"/>
          </a:xfrm>
        </p:spPr>
        <p:txBody>
          <a:bodyPr>
            <a:noAutofit/>
          </a:bodyPr>
          <a:lstStyle/>
          <a:p>
            <a:pPr algn="just"/>
            <a:r>
              <a:rPr lang="fr-FR" sz="2800" dirty="0">
                <a:latin typeface="Garamond" panose="02020404030301010803" pitchFamily="18" charset="0"/>
              </a:rPr>
              <a:t>Nombreuses applications des solvants</a:t>
            </a:r>
          </a:p>
          <a:p>
            <a:pPr algn="just"/>
            <a:r>
              <a:rPr lang="fr-FR" sz="2800" dirty="0">
                <a:latin typeface="Garamond" panose="02020404030301010803" pitchFamily="18" charset="0"/>
              </a:rPr>
              <a:t>Prendre en compte les caractéristiques du solvant (caractère polaire, protique, dissociant) selon l’usage.</a:t>
            </a:r>
          </a:p>
          <a:p>
            <a:pPr algn="just"/>
            <a:r>
              <a:rPr lang="fr-FR" sz="2800" dirty="0">
                <a:latin typeface="Garamond" panose="02020404030301010803" pitchFamily="18" charset="0"/>
              </a:rPr>
              <a:t>Toujours privilégier un solvant moins dangereux pour nous…</a:t>
            </a:r>
          </a:p>
          <a:p>
            <a:pPr algn="just"/>
            <a:r>
              <a:rPr lang="fr-FR" sz="2800" dirty="0">
                <a:latin typeface="Garamond" panose="02020404030301010803" pitchFamily="18" charset="0"/>
              </a:rPr>
              <a:t>… Et pour l’environnement : chimie verte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4427447"/>
      </p:ext>
    </p:extLst>
  </p:cSld>
  <p:clrMapOvr>
    <a:masterClrMapping/>
  </p:clrMapOvr>
</p:sld>
</file>

<file path=ppt/theme/theme1.xml><?xml version="1.0" encoding="utf-8"?>
<a:theme xmlns:a="http://schemas.openxmlformats.org/drawingml/2006/main" name="Colis">
  <a:themeElements>
    <a:clrScheme name="Colis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Colis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olis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Colis</Template>
  <TotalTime>97</TotalTime>
  <Words>135</Words>
  <Application>Microsoft Office PowerPoint</Application>
  <PresentationFormat>Grand écran</PresentationFormat>
  <Paragraphs>45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9" baseType="lpstr">
      <vt:lpstr>Arial</vt:lpstr>
      <vt:lpstr>Calibri</vt:lpstr>
      <vt:lpstr>Garamond</vt:lpstr>
      <vt:lpstr>Gill Sans MT</vt:lpstr>
      <vt:lpstr>Colis</vt:lpstr>
      <vt:lpstr>LC15 : Solvants</vt:lpstr>
      <vt:lpstr>Classification de quelques solvants</vt:lpstr>
      <vt:lpstr>Titrage colorimétrique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Leçon : </dc:title>
  <dc:creator>Mathieu</dc:creator>
  <cp:lastModifiedBy>Mathieu</cp:lastModifiedBy>
  <cp:revision>11</cp:revision>
  <dcterms:created xsi:type="dcterms:W3CDTF">2020-09-19T14:45:32Z</dcterms:created>
  <dcterms:modified xsi:type="dcterms:W3CDTF">2021-05-09T10:00:30Z</dcterms:modified>
</cp:coreProperties>
</file>