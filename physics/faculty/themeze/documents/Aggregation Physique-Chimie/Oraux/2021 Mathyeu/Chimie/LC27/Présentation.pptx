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10/06/2021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10/06/2021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10/06/2021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10/06/2021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10/06/2021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10/06/2021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10/06/2021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10/06/2021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10/06/2021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10/06/2021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10/06/2021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10/06/2021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10/06/2021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783080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LC27 : Solubilité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707650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Coquillages et coraux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59080F1B-BDE4-463A-8195-21A9D7499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9296" y="3934146"/>
            <a:ext cx="4570818" cy="2329494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A320F35-DF6C-4F33-BC08-1C3668B4F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869" y="2214835"/>
            <a:ext cx="2281672" cy="168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Exemples d’équilibres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58C2A20-85BC-4974-9354-CE40D244B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9738" y="3002499"/>
            <a:ext cx="7731125" cy="2019843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D4F4B53-E223-4DA2-936F-430FC2357B95}"/>
              </a:ext>
            </a:extLst>
          </p:cNvPr>
          <p:cNvSpPr txBox="1"/>
          <p:nvPr/>
        </p:nvSpPr>
        <p:spPr>
          <a:xfrm>
            <a:off x="2079060" y="3429000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Garamond" panose="02020404030301010803" pitchFamily="18" charset="0"/>
              </a:rPr>
              <a:t>Solide ionique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9D523EE-8DF8-408C-8FC0-086E7F105C84}"/>
              </a:ext>
            </a:extLst>
          </p:cNvPr>
          <p:cNvSpPr txBox="1"/>
          <p:nvPr/>
        </p:nvSpPr>
        <p:spPr>
          <a:xfrm>
            <a:off x="2303690" y="4837676"/>
            <a:ext cx="199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  <a:latin typeface="Garamond" panose="02020404030301010803" pitchFamily="18" charset="0"/>
              </a:rPr>
              <a:t>Solide moléculaire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A712418-C99F-4197-980D-E96691551AF2}"/>
              </a:ext>
            </a:extLst>
          </p:cNvPr>
          <p:cNvSpPr txBox="1"/>
          <p:nvPr/>
        </p:nvSpPr>
        <p:spPr>
          <a:xfrm>
            <a:off x="7898024" y="4421534"/>
            <a:ext cx="82266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0,02</a:t>
            </a:r>
          </a:p>
        </p:txBody>
      </p:sp>
    </p:spTree>
    <p:extLst>
      <p:ext uri="{BB962C8B-B14F-4D97-AF65-F5344CB8AC3E}">
        <p14:creationId xmlns:p14="http://schemas.microsoft.com/office/powerpoint/2010/main" val="251884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535" y="925711"/>
            <a:ext cx="8572929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Produit de solubilité de l’acide benzoïque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9A9DA17-8AA5-4FD5-8520-B82965E23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48" y="2381093"/>
            <a:ext cx="7873901" cy="361588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163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Solubilité et acidité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FA1172F-572B-47AB-AF32-91ED2DCAA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412" y="2899292"/>
            <a:ext cx="6101185" cy="2618468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A6C2023-2FA5-4942-A8F7-C9DDE5DB4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597" y="2373188"/>
            <a:ext cx="4425938" cy="36706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43CFAC4-8810-483D-9CC6-B56C22246F08}"/>
              </a:ext>
            </a:extLst>
          </p:cNvPr>
          <p:cNvSpPr/>
          <p:nvPr/>
        </p:nvSpPr>
        <p:spPr>
          <a:xfrm>
            <a:off x="1686757" y="4921491"/>
            <a:ext cx="142043" cy="209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9FE1CA-B8B4-4FA3-9E63-A0DC37B9D75F}"/>
              </a:ext>
            </a:extLst>
          </p:cNvPr>
          <p:cNvSpPr/>
          <p:nvPr/>
        </p:nvSpPr>
        <p:spPr>
          <a:xfrm>
            <a:off x="2334827" y="4492100"/>
            <a:ext cx="97654" cy="115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42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606E31D-177D-424D-89AB-B007EF30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880" y="2444527"/>
            <a:ext cx="4070804" cy="334138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C683302-FE42-4874-B68B-7991FB462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372" y="2487027"/>
            <a:ext cx="2048017" cy="325638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8961041-B5C7-44A7-9215-FAB26D8B0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879" y="2262206"/>
            <a:ext cx="2090953" cy="185676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A534B05-FEA6-400C-9D20-5CA86186F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0080" y="4227767"/>
            <a:ext cx="2654503" cy="176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80173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153</TotalTime>
  <Words>40</Words>
  <Application>Microsoft Office PowerPoint</Application>
  <PresentationFormat>Grand écran</PresentationFormat>
  <Paragraphs>20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Garamond</vt:lpstr>
      <vt:lpstr>Gill Sans MT</vt:lpstr>
      <vt:lpstr>Colis</vt:lpstr>
      <vt:lpstr>LC27 : Solubilité</vt:lpstr>
      <vt:lpstr>Coquillages et coraux</vt:lpstr>
      <vt:lpstr>Exemples d’équilibres</vt:lpstr>
      <vt:lpstr>Produit de solubilité de l’acide benzoïque</vt:lpstr>
      <vt:lpstr>Solubilité et acidité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12</cp:revision>
  <dcterms:created xsi:type="dcterms:W3CDTF">2020-09-19T14:45:32Z</dcterms:created>
  <dcterms:modified xsi:type="dcterms:W3CDTF">2021-06-10T15:33:55Z</dcterms:modified>
</cp:coreProperties>
</file>