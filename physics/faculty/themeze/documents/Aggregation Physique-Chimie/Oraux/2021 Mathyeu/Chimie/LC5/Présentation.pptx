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62" r:id="rId4"/>
    <p:sldId id="261" r:id="rId5"/>
    <p:sldId id="259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23/05/2021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23/05/2021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23/05/2021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23/05/2021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23/05/2021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23/05/2021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23/05/2021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23/05/2021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23/05/2021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23/05/2021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23/05/2021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23/05/2021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23/05/2021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media-sciences.com/fr/media/711-pile-daniel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515" y="1783080"/>
            <a:ext cx="1154097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LC5 : Oxydants et réducteurs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734283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Quelques couples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BB1B8548-3365-4F70-81C9-7D70F5441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506775"/>
              </p:ext>
            </p:extLst>
          </p:nvPr>
        </p:nvGraphicFramePr>
        <p:xfrm>
          <a:off x="3969390" y="2700568"/>
          <a:ext cx="42532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610">
                  <a:extLst>
                    <a:ext uri="{9D8B030D-6E8A-4147-A177-3AD203B41FA5}">
                      <a16:colId xmlns:a16="http://schemas.microsoft.com/office/drawing/2014/main" val="4271212047"/>
                    </a:ext>
                  </a:extLst>
                </a:gridCol>
                <a:gridCol w="2126610">
                  <a:extLst>
                    <a:ext uri="{9D8B030D-6E8A-4147-A177-3AD203B41FA5}">
                      <a16:colId xmlns:a16="http://schemas.microsoft.com/office/drawing/2014/main" val="778409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Oxydant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Réducteur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642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Cu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2+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aq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Cu(s)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8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Zn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2+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aq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Zn(s)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73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Fe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2+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aq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Fe(s)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830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Fe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3+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aq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Fe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2+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aq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482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+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aq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82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aq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aq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994032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Principe d’une pile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8A2DEC1-DC05-4AE1-9426-FA21B7DF5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815" y="2296642"/>
            <a:ext cx="5266370" cy="382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5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La pile Daniell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207" y="3739386"/>
            <a:ext cx="5989586" cy="469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Garamond" panose="02020404030301010803" pitchFamily="18" charset="0"/>
                <a:hlinkClick r:id="rId2"/>
              </a:rPr>
              <a:t>https://www.edumedia-sciences.com/fr/media/711-pile-daniell</a:t>
            </a:r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715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Electrolyse de l’eau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5FF85C9-48F8-41A1-9CA2-42338CE49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121" y="2363192"/>
            <a:ext cx="6973757" cy="390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47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005" y="852889"/>
            <a:ext cx="8717990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Les oxydants et réducteurs au quotidien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2516D6DA-47B2-46DD-9A36-6C2410E26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8656" y="3528558"/>
            <a:ext cx="4846339" cy="2689362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1028" name="Picture 4" descr="Comment fonctionne une pile? - SimplyScience">
            <a:extLst>
              <a:ext uri="{FF2B5EF4-FFF2-40B4-BE49-F238E27FC236}">
                <a16:creationId xmlns:a16="http://schemas.microsoft.com/office/drawing/2014/main" id="{9FBF8286-46EA-4C75-B9A5-D91519B91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33" y="4590560"/>
            <a:ext cx="2922951" cy="139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omment nettoyer rouille">
            <a:extLst>
              <a:ext uri="{FF2B5EF4-FFF2-40B4-BE49-F238E27FC236}">
                <a16:creationId xmlns:a16="http://schemas.microsoft.com/office/drawing/2014/main" id="{77E98063-BAF8-4613-A570-B9C8F3348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399" y="2359820"/>
            <a:ext cx="2913093" cy="1950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au de javel eucalyptus CARREFOUR : le bidon de 2L à Prix ...">
            <a:extLst>
              <a:ext uri="{FF2B5EF4-FFF2-40B4-BE49-F238E27FC236}">
                <a16:creationId xmlns:a16="http://schemas.microsoft.com/office/drawing/2014/main" id="{2D5017C2-0B17-4E10-8CDE-A18358E78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229" y="2081309"/>
            <a:ext cx="2689363" cy="268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959126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127</TotalTime>
  <Words>102</Words>
  <Application>Microsoft Office PowerPoint</Application>
  <PresentationFormat>Grand écran</PresentationFormat>
  <Paragraphs>32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Garamond</vt:lpstr>
      <vt:lpstr>Gill Sans MT</vt:lpstr>
      <vt:lpstr>Colis</vt:lpstr>
      <vt:lpstr>LC5 : Oxydants et réducteurs</vt:lpstr>
      <vt:lpstr>Quelques couples</vt:lpstr>
      <vt:lpstr>Principe d’une pile</vt:lpstr>
      <vt:lpstr>La pile Daniell</vt:lpstr>
      <vt:lpstr>Electrolyse de l’eau</vt:lpstr>
      <vt:lpstr>Les oxydants et réducteurs au quotidien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9</cp:revision>
  <dcterms:created xsi:type="dcterms:W3CDTF">2020-09-19T14:45:32Z</dcterms:created>
  <dcterms:modified xsi:type="dcterms:W3CDTF">2021-05-23T10:24:47Z</dcterms:modified>
</cp:coreProperties>
</file>