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2"/>
  </p:notes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hieu" initials="M" lastIdx="1" clrIdx="0">
    <p:extLst>
      <p:ext uri="{19B8F6BF-5375-455C-9EA6-DF929625EA0E}">
        <p15:presenceInfo xmlns:p15="http://schemas.microsoft.com/office/powerpoint/2012/main" userId="Mathie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5-15T17:26:39.057" idx="1">
    <p:pos x="1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15/05/2021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15/05/2021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15/05/2021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15/05/2021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15/05/2021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15/05/2021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15/05/2021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15/05/2021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15/05/2021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15/05/2021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15/05/2021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15/05/2021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15/05/2021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comments" Target="../comments/comment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486" y="2084903"/>
            <a:ext cx="9269027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LC17 : Solides cristallins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3" y="5071635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3158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Le graphène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5BBF9F5-53A3-41AC-8E80-BA4742444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039" y="2173431"/>
            <a:ext cx="4582949" cy="369865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F223B48-24B7-42FF-8593-5E87F3A28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012" y="2385236"/>
            <a:ext cx="3275044" cy="3275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7AC3201-B8C8-40C7-A831-08246CA4E7B2}"/>
              </a:ext>
            </a:extLst>
          </p:cNvPr>
          <p:cNvSpPr txBox="1"/>
          <p:nvPr/>
        </p:nvSpPr>
        <p:spPr>
          <a:xfrm>
            <a:off x="1751760" y="5702809"/>
            <a:ext cx="3449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Garamond" panose="02020404030301010803" pitchFamily="18" charset="0"/>
              </a:rPr>
              <a:t>Graphène au microscope à effet tunnel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1149DCA-DCCD-46AB-BFD3-20F81207377E}"/>
              </a:ext>
            </a:extLst>
          </p:cNvPr>
          <p:cNvSpPr txBox="1"/>
          <p:nvPr/>
        </p:nvSpPr>
        <p:spPr>
          <a:xfrm>
            <a:off x="6215395" y="5883179"/>
            <a:ext cx="3688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Garamond" panose="02020404030301010803" pitchFamily="18" charset="0"/>
              </a:rPr>
              <a:t>Graphène dans le modèle du cristal parfait</a:t>
            </a:r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3158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Réseau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2C35C67-C152-4AB1-B008-21BD3DAD4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564" y="1894112"/>
            <a:ext cx="5033227" cy="405590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2AA4B70-0232-4975-A203-3373D07B4EBD}"/>
              </a:ext>
            </a:extLst>
          </p:cNvPr>
          <p:cNvSpPr txBox="1"/>
          <p:nvPr/>
        </p:nvSpPr>
        <p:spPr>
          <a:xfrm>
            <a:off x="7156579" y="2269143"/>
            <a:ext cx="2010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Garamond" panose="02020404030301010803" pitchFamily="18" charset="0"/>
              </a:rPr>
              <a:t>Nœud du réseau</a:t>
            </a:r>
          </a:p>
        </p:txBody>
      </p:sp>
    </p:spTree>
    <p:extLst>
      <p:ext uri="{BB962C8B-B14F-4D97-AF65-F5344CB8AC3E}">
        <p14:creationId xmlns:p14="http://schemas.microsoft.com/office/powerpoint/2010/main" val="427338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3158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Réseau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2AA4B70-0232-4975-A203-3373D07B4EBD}"/>
              </a:ext>
            </a:extLst>
          </p:cNvPr>
          <p:cNvSpPr txBox="1"/>
          <p:nvPr/>
        </p:nvSpPr>
        <p:spPr>
          <a:xfrm>
            <a:off x="7156579" y="2269143"/>
            <a:ext cx="2010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Garamond" panose="02020404030301010803" pitchFamily="18" charset="0"/>
              </a:rPr>
              <a:t>Nœud du réseau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521BF4B-6ABC-4CF4-9CE0-5F779B9B0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048" y="1996639"/>
            <a:ext cx="4993440" cy="394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62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3158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Motif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2AA4B70-0232-4975-A203-3373D07B4EBD}"/>
              </a:ext>
            </a:extLst>
          </p:cNvPr>
          <p:cNvSpPr txBox="1"/>
          <p:nvPr/>
        </p:nvSpPr>
        <p:spPr>
          <a:xfrm>
            <a:off x="7156579" y="2269143"/>
            <a:ext cx="2010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Garamond" panose="02020404030301010803" pitchFamily="18" charset="0"/>
              </a:rPr>
              <a:t>Nœud du réseau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9F1B0BF-4FEE-47BE-A8B5-AF4D907E2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4" y="2030551"/>
            <a:ext cx="4954555" cy="3918905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1DFEEEAC-EB52-475D-8E1F-9A872001D774}"/>
              </a:ext>
            </a:extLst>
          </p:cNvPr>
          <p:cNvSpPr txBox="1"/>
          <p:nvPr/>
        </p:nvSpPr>
        <p:spPr>
          <a:xfrm>
            <a:off x="3027285" y="4584192"/>
            <a:ext cx="919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0000FF"/>
                </a:solidFill>
                <a:latin typeface="Garamond" panose="02020404030301010803" pitchFamily="18" charset="0"/>
              </a:rPr>
              <a:t>Motif</a:t>
            </a:r>
          </a:p>
        </p:txBody>
      </p:sp>
    </p:spTree>
    <p:extLst>
      <p:ext uri="{BB962C8B-B14F-4D97-AF65-F5344CB8AC3E}">
        <p14:creationId xmlns:p14="http://schemas.microsoft.com/office/powerpoint/2010/main" val="3178841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3158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Construction du cristal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BEF00EE-FF32-4C1D-83B3-CC1B565EF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142" y="1870187"/>
            <a:ext cx="4683715" cy="430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462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3158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Maille cristalline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7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C396589-24DE-4FF4-9156-14A078E43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512" y="1910160"/>
            <a:ext cx="4674976" cy="419437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CE77F31-8555-4BEE-AD81-CBFF251D5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488" y="3575444"/>
            <a:ext cx="2157596" cy="132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791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3158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Sites interstitiels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8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4F2DA97-0194-440D-905E-467CDEBBA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412" y="2521710"/>
            <a:ext cx="4080588" cy="286791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F1FB1DE-8940-449E-B2A7-3FA3D2617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86906"/>
            <a:ext cx="5106566" cy="3202724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9A17056-C008-4CDB-8B04-EF3B96206E80}"/>
              </a:ext>
            </a:extLst>
          </p:cNvPr>
          <p:cNvSpPr txBox="1"/>
          <p:nvPr/>
        </p:nvSpPr>
        <p:spPr>
          <a:xfrm>
            <a:off x="3050638" y="5426524"/>
            <a:ext cx="2010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Garamond" panose="02020404030301010803" pitchFamily="18" charset="0"/>
              </a:rPr>
              <a:t>Sites tétraédriques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E85B88A-9A37-443F-A0C0-CDBD5274E143}"/>
              </a:ext>
            </a:extLst>
          </p:cNvPr>
          <p:cNvSpPr txBox="1"/>
          <p:nvPr/>
        </p:nvSpPr>
        <p:spPr>
          <a:xfrm>
            <a:off x="7643939" y="5426524"/>
            <a:ext cx="2010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Garamond" panose="02020404030301010803" pitchFamily="18" charset="0"/>
              </a:rPr>
              <a:t>Sites octaédriques</a:t>
            </a:r>
          </a:p>
        </p:txBody>
      </p:sp>
    </p:spTree>
    <p:extLst>
      <p:ext uri="{BB962C8B-B14F-4D97-AF65-F5344CB8AC3E}">
        <p14:creationId xmlns:p14="http://schemas.microsoft.com/office/powerpoint/2010/main" val="2356051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3158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Chlorure de sodium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9</a:t>
            </a:fld>
            <a:endParaRPr lang="fr-FR"/>
          </a:p>
        </p:txBody>
      </p:sp>
      <p:pic>
        <p:nvPicPr>
          <p:cNvPr id="8" name="Picture 4" descr="Fleur de Sel Sea Salts">
            <a:extLst>
              <a:ext uri="{FF2B5EF4-FFF2-40B4-BE49-F238E27FC236}">
                <a16:creationId xmlns:a16="http://schemas.microsoft.com/office/drawing/2014/main" id="{5AF19A5D-BE97-4A78-9F3F-FFF0AC64C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397" y="1932796"/>
            <a:ext cx="2587206" cy="172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5126E19-C02B-48C3-97CD-7190198CF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811" y="3753239"/>
            <a:ext cx="6098987" cy="251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14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037" y="593158"/>
            <a:ext cx="8607925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Conclusion : différents solides cristallins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10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1D0089E-F8B9-429E-AA7F-576A46B52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10" y="1880514"/>
            <a:ext cx="7600977" cy="397874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E1FC616-1EA3-4CB6-A8C0-BD2D412D15D3}"/>
              </a:ext>
            </a:extLst>
          </p:cNvPr>
          <p:cNvSpPr txBox="1"/>
          <p:nvPr/>
        </p:nvSpPr>
        <p:spPr>
          <a:xfrm>
            <a:off x="4304146" y="5486400"/>
            <a:ext cx="6142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Alliages</a:t>
            </a:r>
          </a:p>
        </p:txBody>
      </p:sp>
      <p:pic>
        <p:nvPicPr>
          <p:cNvPr id="2050" name="Picture 2" descr="Tube cuivre recuit - Diamètre 8 mm - la couronne de 50 m ...">
            <a:extLst>
              <a:ext uri="{FF2B5EF4-FFF2-40B4-BE49-F238E27FC236}">
                <a16:creationId xmlns:a16="http://schemas.microsoft.com/office/drawing/2014/main" id="{945EFED7-0634-44F7-9558-3B3059B49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026" y="5823463"/>
            <a:ext cx="540391" cy="540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0,935ct Diamant Brillant vvs/J | Diamanten">
            <a:extLst>
              <a:ext uri="{FF2B5EF4-FFF2-40B4-BE49-F238E27FC236}">
                <a16:creationId xmlns:a16="http://schemas.microsoft.com/office/drawing/2014/main" id="{B312CE78-5809-45CE-BB15-796375EE4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554" y="5845860"/>
            <a:ext cx="790888" cy="55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Fleur de Sel Sea Salts">
            <a:extLst>
              <a:ext uri="{FF2B5EF4-FFF2-40B4-BE49-F238E27FC236}">
                <a16:creationId xmlns:a16="http://schemas.microsoft.com/office/drawing/2014/main" id="{C74DAF2F-53F0-4BF7-8D72-6060E4838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682" y="5853505"/>
            <a:ext cx="684790" cy="456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73BF6FC-FB41-4F7E-B90D-7D7AE6E153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5754" y="5863415"/>
            <a:ext cx="550941" cy="46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360616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92</TotalTime>
  <Words>81</Words>
  <Application>Microsoft Office PowerPoint</Application>
  <PresentationFormat>Grand écran</PresentationFormat>
  <Paragraphs>38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Garamond</vt:lpstr>
      <vt:lpstr>Gill Sans MT</vt:lpstr>
      <vt:lpstr>Colis</vt:lpstr>
      <vt:lpstr>LC17 : Solides cristallins</vt:lpstr>
      <vt:lpstr>Le graphène</vt:lpstr>
      <vt:lpstr>Réseau</vt:lpstr>
      <vt:lpstr>Réseau</vt:lpstr>
      <vt:lpstr>Motif</vt:lpstr>
      <vt:lpstr>Construction du cristal</vt:lpstr>
      <vt:lpstr>Maille cristalline</vt:lpstr>
      <vt:lpstr>Sites interstitiels</vt:lpstr>
      <vt:lpstr>Chlorure de sodium</vt:lpstr>
      <vt:lpstr>Conclusion : différents solides cristallins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17</cp:revision>
  <dcterms:created xsi:type="dcterms:W3CDTF">2020-09-19T14:45:32Z</dcterms:created>
  <dcterms:modified xsi:type="dcterms:W3CDTF">2021-05-15T15:34:28Z</dcterms:modified>
</cp:coreProperties>
</file>