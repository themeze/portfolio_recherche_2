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03/06/2021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03/06/2021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03/06/2021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03/06/2021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03/06/2021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148" y="1695636"/>
            <a:ext cx="9437703" cy="203518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LC25 : Corrosion humide des métaux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4991736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0332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corrosion au quotidien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Comment enlever la rouille de mon vélo – Vélo FR">
            <a:extLst>
              <a:ext uri="{FF2B5EF4-FFF2-40B4-BE49-F238E27FC236}">
                <a16:creationId xmlns:a16="http://schemas.microsoft.com/office/drawing/2014/main" id="{8BAB884C-2D3A-4337-9FEC-DA7F9ED45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430" y="1636273"/>
            <a:ext cx="2810757" cy="210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0B5434-1B50-4A98-A127-844E471A2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47" y="2177433"/>
            <a:ext cx="2260052" cy="313235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63C68EC-9061-4E31-BA6A-3CAD21132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381" y="2951618"/>
            <a:ext cx="2410287" cy="309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7F4F515-BF4B-4437-B3C0-B27949570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011" y="3911463"/>
            <a:ext cx="3063124" cy="23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Corrosion uniforme d’un clou en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2050" name="Picture 2" descr="Vieux clou rouillé image stock. Image du blanc, rugueux ...">
            <a:extLst>
              <a:ext uri="{FF2B5EF4-FFF2-40B4-BE49-F238E27FC236}">
                <a16:creationId xmlns:a16="http://schemas.microsoft.com/office/drawing/2014/main" id="{90E3D8A4-BF51-4265-99F4-ED9B31AF90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922" y="2219285"/>
            <a:ext cx="5504155" cy="367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25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 E-pH du fer et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0FC9C17-9F0B-4B81-8652-7A6B733F6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92" y="2542240"/>
            <a:ext cx="8863415" cy="352120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26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Courbes i-E pour le fer et le zinc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01C85A1-B744-4091-9E1B-499595A9B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723" y="2657538"/>
            <a:ext cx="4306271" cy="310197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DB22864-745A-42EA-8E28-0FC9D509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81" y="2831272"/>
            <a:ext cx="5638133" cy="275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3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Protection contre la corrosion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Protection cathodique — Wikipédia">
            <a:extLst>
              <a:ext uri="{FF2B5EF4-FFF2-40B4-BE49-F238E27FC236}">
                <a16:creationId xmlns:a16="http://schemas.microsoft.com/office/drawing/2014/main" id="{60918530-BDEF-463F-A298-B56E9A35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269" y="2817522"/>
            <a:ext cx="2290142" cy="305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ssivation — Wikipédia">
            <a:extLst>
              <a:ext uri="{FF2B5EF4-FFF2-40B4-BE49-F238E27FC236}">
                <a16:creationId xmlns:a16="http://schemas.microsoft.com/office/drawing/2014/main" id="{33E8CAB8-8B1B-419C-93CC-5F5678D5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52" y="2974667"/>
            <a:ext cx="2435079" cy="275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alvanisation - Forge de l'Héritage">
            <a:extLst>
              <a:ext uri="{FF2B5EF4-FFF2-40B4-BE49-F238E27FC236}">
                <a16:creationId xmlns:a16="http://schemas.microsoft.com/office/drawing/2014/main" id="{12BBBDA8-7434-404C-88AA-CAEA603E7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178" y="4274532"/>
            <a:ext cx="2919644" cy="194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F4DC4E0-3143-4513-B840-A580908EB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87" y="2237723"/>
            <a:ext cx="3349626" cy="184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91833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140</TotalTime>
  <Words>52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Gill Sans MT</vt:lpstr>
      <vt:lpstr>Colis</vt:lpstr>
      <vt:lpstr>LC25 : Corrosion humide des métaux</vt:lpstr>
      <vt:lpstr>La corrosion au quotidien</vt:lpstr>
      <vt:lpstr>Corrosion uniforme d’un clou en fer</vt:lpstr>
      <vt:lpstr>Diagramme E-pH du fer et de l’eau</vt:lpstr>
      <vt:lpstr>Courbes i-E pour le fer et le zinc</vt:lpstr>
      <vt:lpstr>Protection contre la corrosion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2021-06-03T17:30:44Z</dcterms:modified>
</cp:coreProperties>
</file>