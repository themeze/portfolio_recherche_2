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72" r:id="rId1"/>
  </p:sldMasterIdLst>
  <p:notesMasterIdLst>
    <p:notesMasterId r:id="rId13"/>
  </p:notesMasterIdLst>
  <p:sldIdLst>
    <p:sldId id="256" r:id="rId2"/>
    <p:sldId id="264" r:id="rId3"/>
    <p:sldId id="257" r:id="rId4"/>
    <p:sldId id="265" r:id="rId5"/>
    <p:sldId id="266" r:id="rId6"/>
    <p:sldId id="260" r:id="rId7"/>
    <p:sldId id="271" r:id="rId8"/>
    <p:sldId id="272" r:id="rId9"/>
    <p:sldId id="273" r:id="rId10"/>
    <p:sldId id="270" r:id="rId11"/>
    <p:sldId id="274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3" d="100"/>
          <a:sy n="103" d="100"/>
        </p:scale>
        <p:origin x="144" y="21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6F51CE3-9C7E-4F9E-B0F4-FC988528060B}" type="datetimeFigureOut">
              <a:rPr lang="fr-FR" smtClean="0"/>
              <a:t>08/06/2021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6536B36-6E90-4BAD-A4C4-0854104948A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2088845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 bwMode="blackWhite">
          <a:xfrm>
            <a:off x="1600200" y="2386744"/>
            <a:ext cx="8991600" cy="1645920"/>
          </a:xfrm>
          <a:solidFill>
            <a:srgbClr val="FFFFFF"/>
          </a:solidFill>
          <a:ln w="38100">
            <a:solidFill>
              <a:srgbClr val="404040"/>
            </a:solidFill>
          </a:ln>
        </p:spPr>
        <p:txBody>
          <a:bodyPr lIns="274320" rIns="274320" anchor="ctr" anchorCtr="1">
            <a:normAutofit/>
          </a:bodyPr>
          <a:lstStyle>
            <a:lvl1pPr algn="ctr">
              <a:defRPr sz="3800">
                <a:solidFill>
                  <a:srgbClr val="262626"/>
                </a:solidFill>
              </a:defRPr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5194" y="4352544"/>
            <a:ext cx="6801612" cy="1239894"/>
          </a:xfrm>
          <a:noFill/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A22011-4AF3-484A-ACC1-E81F8CC48133}" type="datetime1">
              <a:rPr lang="fr-FR" smtClean="0"/>
              <a:t>08/06/2021</a:t>
            </a:fld>
            <a:endParaRPr lang="fr-F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Mathieu Markovitch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004290-8CBA-49F1-AB52-FC5171BD612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25051613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F09F49-D0D3-47CD-901D-4E1D3BAF5AB2}" type="datetime1">
              <a:rPr lang="fr-FR" smtClean="0"/>
              <a:t>08/06/2021</a:t>
            </a:fld>
            <a:endParaRPr lang="fr-F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Mathieu Markovitch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004290-8CBA-49F1-AB52-FC5171BD612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83642140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1600200" y="2386744"/>
            <a:ext cx="8991600" cy="1645920"/>
          </a:xfrm>
          <a:solidFill>
            <a:srgbClr val="FFFFFF"/>
          </a:solidFill>
          <a:ln w="38100">
            <a:solidFill>
              <a:srgbClr val="404040"/>
            </a:solidFill>
          </a:ln>
        </p:spPr>
        <p:txBody>
          <a:bodyPr lIns="274320" rIns="274320" anchor="ctr" anchorCtr="1">
            <a:normAutofit/>
          </a:bodyPr>
          <a:lstStyle>
            <a:lvl1pPr>
              <a:defRPr sz="3800">
                <a:solidFill>
                  <a:srgbClr val="262626"/>
                </a:solidFill>
              </a:defRPr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695194" y="4352465"/>
            <a:ext cx="6801612" cy="1265082"/>
          </a:xfrm>
        </p:spPr>
        <p:txBody>
          <a:bodyPr anchor="t" anchorCtr="1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C54A85-7B2E-4FD7-93A7-AC2D6F4C0A02}" type="datetime1">
              <a:rPr lang="fr-FR" smtClean="0"/>
              <a:t>08/06/2021</a:t>
            </a:fld>
            <a:endParaRPr lang="fr-F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Mathieu Markovitch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004290-8CBA-49F1-AB52-FC5171BD612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0143388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581912" y="2638044"/>
            <a:ext cx="4271771" cy="3101982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38315" y="2638044"/>
            <a:ext cx="4270247" cy="3101982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FF58BB-11B9-447F-A8B8-D817CD81C453}" type="datetime1">
              <a:rPr lang="fr-FR" smtClean="0"/>
              <a:t>08/06/2021</a:t>
            </a:fld>
            <a:endParaRPr lang="fr-FR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Mathieu Markovitch</a:t>
            </a:r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004290-8CBA-49F1-AB52-FC5171BD612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69424493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83436" y="2313433"/>
            <a:ext cx="4270248" cy="704087"/>
          </a:xfrm>
        </p:spPr>
        <p:txBody>
          <a:bodyPr anchor="b" anchorCtr="1">
            <a:normAutofit/>
          </a:bodyPr>
          <a:lstStyle>
            <a:lvl1pPr marL="0" indent="0" algn="ctr">
              <a:buNone/>
              <a:defRPr sz="1900" b="0" cap="all" spc="100" baseline="0">
                <a:solidFill>
                  <a:schemeClr val="accent2">
                    <a:lumMod val="75000"/>
                  </a:schemeClr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583436" y="3143250"/>
            <a:ext cx="4270248" cy="2596776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38316" y="3143250"/>
            <a:ext cx="4253484" cy="2596776"/>
          </a:xfrm>
        </p:spPr>
        <p:txBody>
          <a:bodyPr/>
          <a:lstStyle>
            <a:lvl5pPr>
              <a:defRPr/>
            </a:lvl5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6338316" y="2313433"/>
            <a:ext cx="4270248" cy="704087"/>
          </a:xfrm>
        </p:spPr>
        <p:txBody>
          <a:bodyPr anchor="b" anchorCtr="1">
            <a:normAutofit/>
          </a:bodyPr>
          <a:lstStyle>
            <a:lvl1pPr marL="0" indent="0" algn="ctr">
              <a:buNone/>
              <a:defRPr sz="1900" b="0" cap="all" spc="100" baseline="0">
                <a:solidFill>
                  <a:schemeClr val="accent2">
                    <a:lumMod val="75000"/>
                  </a:schemeClr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5A71A8-43F5-4B50-930C-AFD958D07321}" type="datetime1">
              <a:rPr lang="fr-FR" smtClean="0"/>
              <a:t>08/06/2021</a:t>
            </a:fld>
            <a:endParaRPr lang="fr-F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Mathieu Markovitch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004290-8CBA-49F1-AB52-FC5171BD612C}" type="slidenum">
              <a:rPr lang="fr-FR" smtClean="0"/>
              <a:t>‹N°›</a:t>
            </a:fld>
            <a:endParaRPr lang="fr-FR"/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952485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9D0F49-8265-4A3A-AE23-F264A7AB982A}" type="datetime1">
              <a:rPr lang="fr-FR" smtClean="0"/>
              <a:t>08/06/2021</a:t>
            </a:fld>
            <a:endParaRPr lang="fr-F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Mathieu Markovitch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004290-8CBA-49F1-AB52-FC5171BD612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3334627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D365DF-E2E8-4A8D-93BF-EBD582E9762B}" type="datetime1">
              <a:rPr lang="fr-FR" smtClean="0"/>
              <a:t>08/06/2021</a:t>
            </a:fld>
            <a:endParaRPr lang="fr-F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Mathieu Markovitch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004290-8CBA-49F1-AB52-FC5171BD612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61499482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/>
          <p:cNvSpPr/>
          <p:nvPr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804672" y="2243828"/>
            <a:ext cx="4486656" cy="1141497"/>
          </a:xfrm>
          <a:solidFill>
            <a:srgbClr val="FFFFFF"/>
          </a:solidFill>
          <a:ln>
            <a:solidFill>
              <a:srgbClr val="404040"/>
            </a:solidFill>
          </a:ln>
        </p:spPr>
        <p:txBody>
          <a:bodyPr anchor="ctr" anchorCtr="1">
            <a:normAutofit/>
          </a:bodyPr>
          <a:lstStyle>
            <a:lvl1pPr>
              <a:defRPr sz="2200">
                <a:solidFill>
                  <a:srgbClr val="262626"/>
                </a:solidFill>
              </a:defRPr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36080" y="804672"/>
            <a:ext cx="4815840" cy="5248656"/>
          </a:xfrm>
        </p:spPr>
        <p:txBody>
          <a:bodyPr>
            <a:normAutofit/>
          </a:bodyPr>
          <a:lstStyle>
            <a:lvl1pPr>
              <a:defRPr sz="1900">
                <a:solidFill>
                  <a:schemeClr val="tx1"/>
                </a:solidFill>
              </a:defRPr>
            </a:lvl1pPr>
            <a:lvl2pPr>
              <a:defRPr sz="1600">
                <a:solidFill>
                  <a:schemeClr val="tx1"/>
                </a:solidFill>
              </a:defRPr>
            </a:lvl2pPr>
            <a:lvl3pPr>
              <a:defRPr sz="1600">
                <a:solidFill>
                  <a:schemeClr val="tx1"/>
                </a:solidFill>
              </a:defRPr>
            </a:lvl3pPr>
            <a:lvl4pPr>
              <a:defRPr sz="1600">
                <a:solidFill>
                  <a:schemeClr val="tx1"/>
                </a:solidFill>
              </a:defRPr>
            </a:lvl4pPr>
            <a:lvl5pPr>
              <a:defRPr sz="1600">
                <a:solidFill>
                  <a:schemeClr val="tx1"/>
                </a:solidFill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5568" y="3549918"/>
            <a:ext cx="3794760" cy="2194036"/>
          </a:xfrm>
        </p:spPr>
        <p:txBody>
          <a:bodyPr anchor="t" anchorCtr="1">
            <a:normAutofit/>
          </a:bodyPr>
          <a:lstStyle>
            <a:lvl1pPr marL="0" indent="0" algn="ctr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9" name="Date Placeholder 8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A8A5-9239-458E-ABD9-01BE91958835}" type="datetime1">
              <a:rPr lang="fr-FR" smtClean="0"/>
              <a:t>08/06/2021</a:t>
            </a:fld>
            <a:endParaRPr lang="fr-FR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1"/>
          </p:nvPr>
        </p:nvSpPr>
        <p:spPr>
          <a:xfrm>
            <a:off x="804672" y="6236208"/>
            <a:ext cx="5124797" cy="320040"/>
          </a:xfrm>
        </p:spPr>
        <p:txBody>
          <a:bodyPr/>
          <a:lstStyle>
            <a:lvl1pPr>
              <a:defRPr>
                <a:solidFill>
                  <a:srgbClr val="FFFFFF">
                    <a:alpha val="70000"/>
                  </a:srgbClr>
                </a:solidFill>
              </a:defRPr>
            </a:lvl1pPr>
          </a:lstStyle>
          <a:p>
            <a:r>
              <a:rPr lang="fr-FR"/>
              <a:t>Mathieu Markovitch</a:t>
            </a:r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004290-8CBA-49F1-AB52-FC5171BD612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75643514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/>
          <p:cNvSpPr/>
          <p:nvPr/>
        </p:nvSpPr>
        <p:spPr>
          <a:xfrm>
            <a:off x="0" y="0"/>
            <a:ext cx="6095999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808523" y="2243828"/>
            <a:ext cx="4494998" cy="1134640"/>
          </a:xfrm>
          <a:solidFill>
            <a:srgbClr val="FFFFFF"/>
          </a:solidFill>
          <a:ln>
            <a:solidFill>
              <a:srgbClr val="404040"/>
            </a:solidFill>
          </a:ln>
        </p:spPr>
        <p:txBody>
          <a:bodyPr anchor="ctr" anchorCtr="1">
            <a:noAutofit/>
          </a:bodyPr>
          <a:lstStyle>
            <a:lvl1pPr>
              <a:defRPr sz="2200">
                <a:solidFill>
                  <a:srgbClr val="262626"/>
                </a:solidFill>
              </a:defRPr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095999" y="0"/>
            <a:ext cx="6102097" cy="6858000"/>
          </a:xfrm>
          <a:solidFill>
            <a:schemeClr val="bg1">
              <a:lumMod val="75000"/>
            </a:schemeClr>
          </a:solidFill>
        </p:spPr>
        <p:txBody>
          <a:bodyPr anchor="t"/>
          <a:lstStyle>
            <a:lvl1pPr marL="0" indent="0">
              <a:buNone/>
              <a:defRPr sz="3200">
                <a:solidFill>
                  <a:schemeClr val="bg1">
                    <a:lumMod val="85000"/>
                    <a:lumOff val="15000"/>
                  </a:schemeClr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r-FR"/>
              <a:t>Cliquez sur l'icône pour ajouter une image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5568" y="3549918"/>
            <a:ext cx="3794760" cy="2194037"/>
          </a:xfrm>
        </p:spPr>
        <p:txBody>
          <a:bodyPr anchor="t" anchorCtr="1">
            <a:normAutofit/>
          </a:bodyPr>
          <a:lstStyle>
            <a:lvl1pPr marL="0" indent="0" algn="ctr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  <a:effectLst>
                  <a:outerShdw blurRad="50800" dist="38100" dir="2700000" algn="tl" rotWithShape="0">
                    <a:prstClr val="black">
                      <a:alpha val="43000"/>
                    </a:prstClr>
                  </a:outerShdw>
                </a:effectLst>
              </a:defRPr>
            </a:lvl1pPr>
          </a:lstStyle>
          <a:p>
            <a:fld id="{F18A53AF-E335-485C-9F4D-A75E166D6BF6}" type="datetime1">
              <a:rPr lang="fr-FR" smtClean="0"/>
              <a:t>08/06/2021</a:t>
            </a:fld>
            <a:endParaRPr lang="fr-FR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>
          <a:xfrm>
            <a:off x="804672" y="6236208"/>
            <a:ext cx="5124797" cy="320040"/>
          </a:xfrm>
        </p:spPr>
        <p:txBody>
          <a:bodyPr/>
          <a:lstStyle>
            <a:lvl1pPr>
              <a:defRPr>
                <a:solidFill>
                  <a:srgbClr val="FFFFFF">
                    <a:alpha val="70000"/>
                  </a:srgbClr>
                </a:solidFill>
              </a:defRPr>
            </a:lvl1pPr>
          </a:lstStyle>
          <a:p>
            <a:r>
              <a:rPr lang="fr-FR"/>
              <a:t>Mathieu Markovitch</a:t>
            </a:r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004290-8CBA-49F1-AB52-FC5171BD612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5742475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A9ABF6-F35E-4280-B9BC-AEA6A61FEC11}" type="datetime1">
              <a:rPr lang="fr-FR" smtClean="0"/>
              <a:t>08/06/2021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Mathieu Markovitch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004290-8CBA-49F1-AB52-FC5171BD612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91930669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53112" y="937260"/>
            <a:ext cx="1298608" cy="4983480"/>
          </a:xfrm>
        </p:spPr>
        <p:txBody>
          <a:bodyPr vert="eaVert"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231136" y="937260"/>
            <a:ext cx="6198489" cy="4983480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4E294D-F84B-4A3B-92A2-8E351A2EA1CD}" type="datetime1">
              <a:rPr lang="fr-FR" smtClean="0"/>
              <a:t>08/06/2021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Mathieu Markovitch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004290-8CBA-49F1-AB52-FC5171BD612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01646787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black">
          <a:xfrm>
            <a:off x="2231136" y="964692"/>
            <a:ext cx="7729728" cy="1188720"/>
          </a:xfrm>
          <a:prstGeom prst="rect">
            <a:avLst/>
          </a:prstGeom>
          <a:solidFill>
            <a:srgbClr val="FFFFFF"/>
          </a:solidFill>
          <a:ln w="31750" cap="sq">
            <a:solidFill>
              <a:srgbClr val="404040"/>
            </a:solidFill>
            <a:miter lim="800000"/>
          </a:ln>
        </p:spPr>
        <p:txBody>
          <a:bodyPr vert="horz" lIns="182880" tIns="182880" rIns="182880" bIns="182880" rtlCol="0" anchor="ctr">
            <a:normAutofit/>
          </a:bodyPr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31136" y="2638044"/>
            <a:ext cx="7729728" cy="310198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821429" y="6238816"/>
            <a:ext cx="2753746" cy="32396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fld id="{A0D0C986-FF24-43ED-ABC3-B4FAE3FAE3F0}" type="datetime1">
              <a:rPr lang="fr-FR" smtClean="0"/>
              <a:t>08/06/2021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600200" y="6236208"/>
            <a:ext cx="5901189" cy="3200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r>
              <a:rPr lang="fr-FR"/>
              <a:t>Mathieu Markovitch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758922" y="6217920"/>
            <a:ext cx="365760" cy="365760"/>
          </a:xfrm>
          <a:prstGeom prst="ellipse">
            <a:avLst/>
          </a:prstGeom>
          <a:solidFill>
            <a:srgbClr val="1D1D1D">
              <a:alpha val="70000"/>
            </a:srgbClr>
          </a:solidFill>
        </p:spPr>
        <p:txBody>
          <a:bodyPr vert="horz" lIns="18288" tIns="45720" rIns="18288" bIns="45720" rtlCol="0" anchor="ctr">
            <a:noAutofit/>
          </a:bodyPr>
          <a:lstStyle>
            <a:lvl1pPr algn="ctr">
              <a:defRPr sz="1100" spc="0" baseline="0">
                <a:solidFill>
                  <a:srgbClr val="FFFFFF"/>
                </a:solidFill>
              </a:defRPr>
            </a:lvl1pPr>
          </a:lstStyle>
          <a:p>
            <a:fld id="{A3004290-8CBA-49F1-AB52-FC5171BD612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3131651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hf hdr="0" dt="0"/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2800" kern="1200" cap="all" spc="200" baseline="0">
          <a:solidFill>
            <a:srgbClr val="262626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1312863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484313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165735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1882775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edumedia-sciences.com/fr/media/711-pile-daniell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emf"/><Relationship Id="rId2" Type="http://schemas.openxmlformats.org/officeDocument/2006/relationships/image" Target="../media/image10.emf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3.jpeg"/><Relationship Id="rId4" Type="http://schemas.openxmlformats.org/officeDocument/2006/relationships/image" Target="../media/image12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A36647E-EBC3-4C35-A08A-ED41E77A3AF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87407" y="1052856"/>
            <a:ext cx="11017186" cy="2922955"/>
          </a:xfrm>
          <a:solidFill>
            <a:schemeClr val="accent2">
              <a:lumMod val="20000"/>
              <a:lumOff val="80000"/>
            </a:schemeClr>
          </a:solidFill>
        </p:spPr>
        <p:txBody>
          <a:bodyPr>
            <a:normAutofit/>
          </a:bodyPr>
          <a:lstStyle/>
          <a:p>
            <a:r>
              <a:rPr lang="fr-FR" sz="6000" b="1" cap="none" dirty="0">
                <a:latin typeface="Garamond" panose="02020404030301010803" pitchFamily="18" charset="0"/>
              </a:rPr>
              <a:t>LC26 : Conversion réciproque d’énergie électrique en énergie chimique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56E999F2-7A5D-42D8-8020-0BE6951E393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695194" y="4973981"/>
            <a:ext cx="6801612" cy="1239894"/>
          </a:xfrm>
        </p:spPr>
        <p:txBody>
          <a:bodyPr>
            <a:normAutofit/>
          </a:bodyPr>
          <a:lstStyle/>
          <a:p>
            <a:r>
              <a:rPr lang="fr-FR" sz="3200" b="1" dirty="0">
                <a:latin typeface="Garamond" panose="02020404030301010803" pitchFamily="18" charset="0"/>
              </a:rPr>
              <a:t>Mathieu </a:t>
            </a:r>
            <a:r>
              <a:rPr lang="fr-FR" sz="3200" b="1" dirty="0" err="1">
                <a:latin typeface="Garamond" panose="02020404030301010803" pitchFamily="18" charset="0"/>
              </a:rPr>
              <a:t>Markovitch</a:t>
            </a:r>
            <a:endParaRPr lang="fr-FR" sz="3200" b="1" dirty="0">
              <a:latin typeface="Garamond" panose="020204040303010108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9115849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369A4F7-3E34-4AA1-88E3-76F0480113D5}"/>
              </a:ext>
            </a:extLst>
          </p:cNvPr>
          <p:cNvSpPr>
            <a:spLocks noGrp="1"/>
          </p:cNvSpPr>
          <p:nvPr>
            <p:ph type="title"/>
          </p:nvPr>
        </p:nvSpPr>
        <p:spPr>
          <a:solidFill>
            <a:schemeClr val="accent2">
              <a:lumMod val="20000"/>
              <a:lumOff val="80000"/>
            </a:schemeClr>
          </a:solidFill>
        </p:spPr>
        <p:txBody>
          <a:bodyPr>
            <a:normAutofit/>
          </a:bodyPr>
          <a:lstStyle/>
          <a:p>
            <a:r>
              <a:rPr lang="fr-FR" sz="3200" b="1" cap="none" dirty="0">
                <a:latin typeface="Garamond" panose="02020404030301010803" pitchFamily="18" charset="0"/>
              </a:rPr>
              <a:t>Principe d’une pile</a:t>
            </a:r>
            <a:endParaRPr lang="fr-FR" sz="3200" b="1" dirty="0">
              <a:latin typeface="Garamond" panose="02020404030301010803" pitchFamily="18" charset="0"/>
            </a:endParaRPr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C7B8DF43-DCB9-4BA8-8B29-3299A4CC50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432177" y="6263640"/>
            <a:ext cx="1569128" cy="320040"/>
          </a:xfrm>
        </p:spPr>
        <p:txBody>
          <a:bodyPr/>
          <a:lstStyle/>
          <a:p>
            <a:r>
              <a:rPr lang="fr-FR" sz="1200" dirty="0">
                <a:latin typeface="Garamond" panose="02020404030301010803" pitchFamily="18" charset="0"/>
              </a:rPr>
              <a:t>Mathieu </a:t>
            </a:r>
            <a:r>
              <a:rPr lang="fr-FR" sz="1200" dirty="0" err="1">
                <a:latin typeface="Garamond" panose="02020404030301010803" pitchFamily="18" charset="0"/>
              </a:rPr>
              <a:t>Markovitch</a:t>
            </a:r>
            <a:endParaRPr lang="fr-FR" sz="1200" dirty="0">
              <a:latin typeface="Garamond" panose="02020404030301010803" pitchFamily="18" charset="0"/>
            </a:endParaRPr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957561A7-7104-44B2-8184-4D27ACCF7F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004290-8CBA-49F1-AB52-FC5171BD612C}" type="slidenum">
              <a:rPr lang="fr-FR" smtClean="0"/>
              <a:t>2</a:t>
            </a:fld>
            <a:endParaRPr lang="fr-FR"/>
          </a:p>
        </p:txBody>
      </p:sp>
      <p:pic>
        <p:nvPicPr>
          <p:cNvPr id="7" name="Image 6">
            <a:extLst>
              <a:ext uri="{FF2B5EF4-FFF2-40B4-BE49-F238E27FC236}">
                <a16:creationId xmlns:a16="http://schemas.microsoft.com/office/drawing/2014/main" id="{C8A2DEC1-DC05-4AE1-9426-FA21B7DF531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14268" y="2225622"/>
            <a:ext cx="5163464" cy="3749050"/>
          </a:xfrm>
          <a:prstGeom prst="rect">
            <a:avLst/>
          </a:prstGeom>
        </p:spPr>
      </p:pic>
      <p:sp>
        <p:nvSpPr>
          <p:cNvPr id="6" name="Espace réservé du contenu 2">
            <a:extLst>
              <a:ext uri="{FF2B5EF4-FFF2-40B4-BE49-F238E27FC236}">
                <a16:creationId xmlns:a16="http://schemas.microsoft.com/office/drawing/2014/main" id="{70F40DC5-5298-4755-A9DB-7964658FA4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01207" y="5884586"/>
            <a:ext cx="5989586" cy="46914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fr-FR" dirty="0">
                <a:latin typeface="Garamond" panose="02020404030301010803" pitchFamily="18" charset="0"/>
                <a:hlinkClick r:id="rId3"/>
              </a:rPr>
              <a:t>https://www.edumedia-sciences.com/fr/media/711-pile-daniell</a:t>
            </a:r>
            <a:endParaRPr lang="fr-FR" dirty="0">
              <a:latin typeface="Garamond" panose="020204040303010108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905661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369A4F7-3E34-4AA1-88E3-76F0480113D5}"/>
              </a:ext>
            </a:extLst>
          </p:cNvPr>
          <p:cNvSpPr>
            <a:spLocks noGrp="1"/>
          </p:cNvSpPr>
          <p:nvPr>
            <p:ph type="title"/>
          </p:nvPr>
        </p:nvSpPr>
        <p:spPr>
          <a:solidFill>
            <a:schemeClr val="accent2">
              <a:lumMod val="20000"/>
              <a:lumOff val="80000"/>
            </a:schemeClr>
          </a:solidFill>
        </p:spPr>
        <p:txBody>
          <a:bodyPr>
            <a:normAutofit/>
          </a:bodyPr>
          <a:lstStyle/>
          <a:p>
            <a:r>
              <a:rPr lang="fr-FR" sz="3200" b="1" cap="none">
                <a:latin typeface="Garamond" panose="02020404030301010803" pitchFamily="18" charset="0"/>
              </a:rPr>
              <a:t>Courbes i-E</a:t>
            </a:r>
            <a:endParaRPr lang="fr-FR" sz="3200" b="1" dirty="0">
              <a:latin typeface="Garamond" panose="02020404030301010803" pitchFamily="18" charset="0"/>
            </a:endParaRPr>
          </a:p>
        </p:txBody>
      </p:sp>
      <p:pic>
        <p:nvPicPr>
          <p:cNvPr id="7" name="Espace réservé du contenu 6">
            <a:extLst>
              <a:ext uri="{FF2B5EF4-FFF2-40B4-BE49-F238E27FC236}">
                <a16:creationId xmlns:a16="http://schemas.microsoft.com/office/drawing/2014/main" id="{4A54798F-5D81-4DBD-8A37-5630D890AAA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2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645494" y="2309583"/>
            <a:ext cx="8901011" cy="3797886"/>
          </a:xfrm>
        </p:spPr>
      </p:pic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C7B8DF43-DCB9-4BA8-8B29-3299A4CC50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432177" y="6263640"/>
            <a:ext cx="1569128" cy="320040"/>
          </a:xfrm>
        </p:spPr>
        <p:txBody>
          <a:bodyPr/>
          <a:lstStyle/>
          <a:p>
            <a:r>
              <a:rPr lang="fr-FR" sz="1200" dirty="0">
                <a:latin typeface="Garamond" panose="02020404030301010803" pitchFamily="18" charset="0"/>
              </a:rPr>
              <a:t>Mathieu </a:t>
            </a:r>
            <a:r>
              <a:rPr lang="fr-FR" sz="1200" dirty="0" err="1">
                <a:latin typeface="Garamond" panose="02020404030301010803" pitchFamily="18" charset="0"/>
              </a:rPr>
              <a:t>Markovitch</a:t>
            </a:r>
            <a:endParaRPr lang="fr-FR" sz="1200" dirty="0">
              <a:latin typeface="Garamond" panose="02020404030301010803" pitchFamily="18" charset="0"/>
            </a:endParaRPr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957561A7-7104-44B2-8184-4D27ACCF7F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004290-8CBA-49F1-AB52-FC5171BD612C}" type="slidenum">
              <a:rPr lang="fr-FR" smtClean="0"/>
              <a:t>3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57865069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369A4F7-3E34-4AA1-88E3-76F0480113D5}"/>
              </a:ext>
            </a:extLst>
          </p:cNvPr>
          <p:cNvSpPr>
            <a:spLocks noGrp="1"/>
          </p:cNvSpPr>
          <p:nvPr>
            <p:ph type="title"/>
          </p:nvPr>
        </p:nvSpPr>
        <p:spPr>
          <a:solidFill>
            <a:schemeClr val="accent2">
              <a:lumMod val="20000"/>
              <a:lumOff val="80000"/>
            </a:schemeClr>
          </a:solidFill>
        </p:spPr>
        <p:txBody>
          <a:bodyPr>
            <a:normAutofit/>
          </a:bodyPr>
          <a:lstStyle/>
          <a:p>
            <a:r>
              <a:rPr lang="fr-FR" sz="3200" b="1" cap="none" dirty="0">
                <a:latin typeface="Garamond" panose="02020404030301010803" pitchFamily="18" charset="0"/>
              </a:rPr>
              <a:t>Synthèse de l’eau de Javel</a:t>
            </a:r>
            <a:endParaRPr lang="fr-FR" sz="3200" b="1" dirty="0">
              <a:latin typeface="Garamond" panose="02020404030301010803" pitchFamily="18" charset="0"/>
            </a:endParaRPr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C7B8DF43-DCB9-4BA8-8B29-3299A4CC50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231136" y="6263640"/>
            <a:ext cx="1569128" cy="320040"/>
          </a:xfrm>
        </p:spPr>
        <p:txBody>
          <a:bodyPr/>
          <a:lstStyle/>
          <a:p>
            <a:r>
              <a:rPr lang="fr-FR" sz="1200" dirty="0">
                <a:latin typeface="Garamond" panose="02020404030301010803" pitchFamily="18" charset="0"/>
              </a:rPr>
              <a:t>Mathieu Markovitch</a:t>
            </a:r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957561A7-7104-44B2-8184-4D27ACCF7F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004290-8CBA-49F1-AB52-FC5171BD612C}" type="slidenum">
              <a:rPr lang="fr-FR" smtClean="0"/>
              <a:t>4</a:t>
            </a:fld>
            <a:endParaRPr lang="fr-FR"/>
          </a:p>
        </p:txBody>
      </p:sp>
      <p:pic>
        <p:nvPicPr>
          <p:cNvPr id="3" name="Image 2">
            <a:extLst>
              <a:ext uri="{FF2B5EF4-FFF2-40B4-BE49-F238E27FC236}">
                <a16:creationId xmlns:a16="http://schemas.microsoft.com/office/drawing/2014/main" id="{DC61A1CD-512C-4C42-98F8-0057F8867C5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66507" y="2230214"/>
            <a:ext cx="8458986" cy="39566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616159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369A4F7-3E34-4AA1-88E3-76F0480113D5}"/>
              </a:ext>
            </a:extLst>
          </p:cNvPr>
          <p:cNvSpPr>
            <a:spLocks noGrp="1"/>
          </p:cNvSpPr>
          <p:nvPr>
            <p:ph type="title"/>
          </p:nvPr>
        </p:nvSpPr>
        <p:spPr>
          <a:solidFill>
            <a:schemeClr val="accent2">
              <a:lumMod val="20000"/>
              <a:lumOff val="80000"/>
            </a:schemeClr>
          </a:solidFill>
        </p:spPr>
        <p:txBody>
          <a:bodyPr>
            <a:normAutofit/>
          </a:bodyPr>
          <a:lstStyle/>
          <a:p>
            <a:r>
              <a:rPr lang="fr-FR" sz="3200" b="1" cap="none" dirty="0">
                <a:latin typeface="Garamond" panose="02020404030301010803" pitchFamily="18" charset="0"/>
              </a:rPr>
              <a:t>Synthèse de l’eau de Javel</a:t>
            </a:r>
            <a:endParaRPr lang="fr-FR" sz="3200" b="1" dirty="0">
              <a:latin typeface="Garamond" panose="02020404030301010803" pitchFamily="18" charset="0"/>
            </a:endParaRPr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C7B8DF43-DCB9-4BA8-8B29-3299A4CC50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231136" y="6263640"/>
            <a:ext cx="1569128" cy="320040"/>
          </a:xfrm>
        </p:spPr>
        <p:txBody>
          <a:bodyPr/>
          <a:lstStyle/>
          <a:p>
            <a:r>
              <a:rPr lang="fr-FR" sz="1200" dirty="0">
                <a:latin typeface="Garamond" panose="02020404030301010803" pitchFamily="18" charset="0"/>
              </a:rPr>
              <a:t>Mathieu Markovitch</a:t>
            </a:r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957561A7-7104-44B2-8184-4D27ACCF7F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004290-8CBA-49F1-AB52-FC5171BD612C}" type="slidenum">
              <a:rPr lang="fr-FR" smtClean="0"/>
              <a:t>5</a:t>
            </a:fld>
            <a:endParaRPr lang="fr-FR"/>
          </a:p>
        </p:txBody>
      </p:sp>
      <p:pic>
        <p:nvPicPr>
          <p:cNvPr id="7" name="Image 6">
            <a:extLst>
              <a:ext uri="{FF2B5EF4-FFF2-40B4-BE49-F238E27FC236}">
                <a16:creationId xmlns:a16="http://schemas.microsoft.com/office/drawing/2014/main" id="{B5662AE4-3190-416A-8ED4-A4C50F74876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33995" y="2250529"/>
            <a:ext cx="9524010" cy="39673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261488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369A4F7-3E34-4AA1-88E3-76F0480113D5}"/>
              </a:ext>
            </a:extLst>
          </p:cNvPr>
          <p:cNvSpPr>
            <a:spLocks noGrp="1"/>
          </p:cNvSpPr>
          <p:nvPr>
            <p:ph type="title"/>
          </p:nvPr>
        </p:nvSpPr>
        <p:spPr>
          <a:solidFill>
            <a:schemeClr val="accent2">
              <a:lumMod val="20000"/>
              <a:lumOff val="80000"/>
            </a:schemeClr>
          </a:solidFill>
        </p:spPr>
        <p:txBody>
          <a:bodyPr>
            <a:normAutofit/>
          </a:bodyPr>
          <a:lstStyle/>
          <a:p>
            <a:r>
              <a:rPr lang="fr-FR" sz="3200" b="1" cap="none" dirty="0">
                <a:latin typeface="Garamond" panose="02020404030301010803" pitchFamily="18" charset="0"/>
              </a:rPr>
              <a:t>Décharge de l’accumulateur</a:t>
            </a:r>
            <a:endParaRPr lang="fr-FR" sz="3200" b="1" dirty="0">
              <a:latin typeface="Garamond" panose="02020404030301010803" pitchFamily="18" charset="0"/>
            </a:endParaRPr>
          </a:p>
        </p:txBody>
      </p:sp>
      <p:pic>
        <p:nvPicPr>
          <p:cNvPr id="7" name="Espace réservé du contenu 6">
            <a:extLst>
              <a:ext uri="{FF2B5EF4-FFF2-40B4-BE49-F238E27FC236}">
                <a16:creationId xmlns:a16="http://schemas.microsoft.com/office/drawing/2014/main" id="{FF2D5AAF-B607-40C5-99F3-85BFBADB54D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583390" y="2190630"/>
            <a:ext cx="7025219" cy="4073010"/>
          </a:xfrm>
        </p:spPr>
      </p:pic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C7B8DF43-DCB9-4BA8-8B29-3299A4CC50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432177" y="6263640"/>
            <a:ext cx="1569128" cy="320040"/>
          </a:xfrm>
        </p:spPr>
        <p:txBody>
          <a:bodyPr/>
          <a:lstStyle/>
          <a:p>
            <a:r>
              <a:rPr lang="fr-FR" sz="1200" dirty="0">
                <a:latin typeface="Garamond" panose="02020404030301010803" pitchFamily="18" charset="0"/>
              </a:rPr>
              <a:t>Mathieu </a:t>
            </a:r>
            <a:r>
              <a:rPr lang="fr-FR" sz="1200" dirty="0" err="1">
                <a:latin typeface="Garamond" panose="02020404030301010803" pitchFamily="18" charset="0"/>
              </a:rPr>
              <a:t>Markovitch</a:t>
            </a:r>
            <a:endParaRPr lang="fr-FR" sz="1200" dirty="0">
              <a:latin typeface="Garamond" panose="02020404030301010803" pitchFamily="18" charset="0"/>
            </a:endParaRPr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957561A7-7104-44B2-8184-4D27ACCF7F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004290-8CBA-49F1-AB52-FC5171BD612C}" type="slidenum">
              <a:rPr lang="fr-FR" smtClean="0"/>
              <a:t>6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79567771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369A4F7-3E34-4AA1-88E3-76F0480113D5}"/>
              </a:ext>
            </a:extLst>
          </p:cNvPr>
          <p:cNvSpPr>
            <a:spLocks noGrp="1"/>
          </p:cNvSpPr>
          <p:nvPr>
            <p:ph type="title"/>
          </p:nvPr>
        </p:nvSpPr>
        <p:spPr>
          <a:solidFill>
            <a:schemeClr val="accent2">
              <a:lumMod val="20000"/>
              <a:lumOff val="80000"/>
            </a:schemeClr>
          </a:solidFill>
        </p:spPr>
        <p:txBody>
          <a:bodyPr>
            <a:normAutofit/>
          </a:bodyPr>
          <a:lstStyle/>
          <a:p>
            <a:r>
              <a:rPr lang="fr-FR" sz="3200" b="1" cap="none" dirty="0">
                <a:latin typeface="Garamond" panose="02020404030301010803" pitchFamily="18" charset="0"/>
              </a:rPr>
              <a:t>Accumulateur déchargé</a:t>
            </a:r>
            <a:endParaRPr lang="fr-FR" sz="3200" b="1" dirty="0">
              <a:latin typeface="Garamond" panose="02020404030301010803" pitchFamily="18" charset="0"/>
            </a:endParaRPr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C7B8DF43-DCB9-4BA8-8B29-3299A4CC50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432177" y="6263640"/>
            <a:ext cx="1569128" cy="320040"/>
          </a:xfrm>
        </p:spPr>
        <p:txBody>
          <a:bodyPr/>
          <a:lstStyle/>
          <a:p>
            <a:r>
              <a:rPr lang="fr-FR" sz="1200" dirty="0">
                <a:latin typeface="Garamond" panose="02020404030301010803" pitchFamily="18" charset="0"/>
              </a:rPr>
              <a:t>Mathieu </a:t>
            </a:r>
            <a:r>
              <a:rPr lang="fr-FR" sz="1200" dirty="0" err="1">
                <a:latin typeface="Garamond" panose="02020404030301010803" pitchFamily="18" charset="0"/>
              </a:rPr>
              <a:t>Markovitch</a:t>
            </a:r>
            <a:endParaRPr lang="fr-FR" sz="1200" dirty="0">
              <a:latin typeface="Garamond" panose="02020404030301010803" pitchFamily="18" charset="0"/>
            </a:endParaRPr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957561A7-7104-44B2-8184-4D27ACCF7F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004290-8CBA-49F1-AB52-FC5171BD612C}" type="slidenum">
              <a:rPr lang="fr-FR" smtClean="0"/>
              <a:t>7</a:t>
            </a:fld>
            <a:endParaRPr lang="fr-FR"/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E4C1484D-9297-4973-ADA4-BC44888D11B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20386" y="2211650"/>
            <a:ext cx="6951227" cy="41891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875298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369A4F7-3E34-4AA1-88E3-76F0480113D5}"/>
              </a:ext>
            </a:extLst>
          </p:cNvPr>
          <p:cNvSpPr>
            <a:spLocks noGrp="1"/>
          </p:cNvSpPr>
          <p:nvPr>
            <p:ph type="title"/>
          </p:nvPr>
        </p:nvSpPr>
        <p:spPr>
          <a:solidFill>
            <a:schemeClr val="accent2">
              <a:lumMod val="20000"/>
              <a:lumOff val="80000"/>
            </a:schemeClr>
          </a:solidFill>
        </p:spPr>
        <p:txBody>
          <a:bodyPr>
            <a:normAutofit/>
          </a:bodyPr>
          <a:lstStyle/>
          <a:p>
            <a:r>
              <a:rPr lang="fr-FR" sz="3200" b="1" cap="none" dirty="0">
                <a:latin typeface="Garamond" panose="02020404030301010803" pitchFamily="18" charset="0"/>
              </a:rPr>
              <a:t>Charge de l’accumulateur</a:t>
            </a:r>
            <a:endParaRPr lang="fr-FR" sz="3200" b="1" dirty="0">
              <a:latin typeface="Garamond" panose="02020404030301010803" pitchFamily="18" charset="0"/>
            </a:endParaRPr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C7B8DF43-DCB9-4BA8-8B29-3299A4CC50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432177" y="6263640"/>
            <a:ext cx="1569128" cy="320040"/>
          </a:xfrm>
        </p:spPr>
        <p:txBody>
          <a:bodyPr/>
          <a:lstStyle/>
          <a:p>
            <a:r>
              <a:rPr lang="fr-FR" sz="1200" dirty="0">
                <a:latin typeface="Garamond" panose="02020404030301010803" pitchFamily="18" charset="0"/>
              </a:rPr>
              <a:t>Mathieu </a:t>
            </a:r>
            <a:r>
              <a:rPr lang="fr-FR" sz="1200" dirty="0" err="1">
                <a:latin typeface="Garamond" panose="02020404030301010803" pitchFamily="18" charset="0"/>
              </a:rPr>
              <a:t>Markovitch</a:t>
            </a:r>
            <a:endParaRPr lang="fr-FR" sz="1200" dirty="0">
              <a:latin typeface="Garamond" panose="02020404030301010803" pitchFamily="18" charset="0"/>
            </a:endParaRPr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957561A7-7104-44B2-8184-4D27ACCF7F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004290-8CBA-49F1-AB52-FC5171BD612C}" type="slidenum">
              <a:rPr lang="fr-FR" smtClean="0"/>
              <a:t>8</a:t>
            </a:fld>
            <a:endParaRPr lang="fr-FR"/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B238A3B2-C60D-47A7-9219-6C2B58C1AC5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30739" y="2191938"/>
            <a:ext cx="6930522" cy="41606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040938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369A4F7-3E34-4AA1-88E3-76F0480113D5}"/>
              </a:ext>
            </a:extLst>
          </p:cNvPr>
          <p:cNvSpPr>
            <a:spLocks noGrp="1"/>
          </p:cNvSpPr>
          <p:nvPr>
            <p:ph type="title"/>
          </p:nvPr>
        </p:nvSpPr>
        <p:spPr>
          <a:solidFill>
            <a:schemeClr val="accent2">
              <a:lumMod val="20000"/>
              <a:lumOff val="80000"/>
            </a:schemeClr>
          </a:solidFill>
        </p:spPr>
        <p:txBody>
          <a:bodyPr>
            <a:normAutofit/>
          </a:bodyPr>
          <a:lstStyle/>
          <a:p>
            <a:r>
              <a:rPr lang="fr-FR" sz="3200" b="1" cap="none" dirty="0">
                <a:latin typeface="Garamond" panose="02020404030301010803" pitchFamily="18" charset="0"/>
              </a:rPr>
              <a:t>Accumulateur chargé</a:t>
            </a:r>
            <a:endParaRPr lang="fr-FR" sz="3200" b="1" dirty="0">
              <a:latin typeface="Garamond" panose="02020404030301010803" pitchFamily="18" charset="0"/>
            </a:endParaRPr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C7B8DF43-DCB9-4BA8-8B29-3299A4CC50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432177" y="6263640"/>
            <a:ext cx="1569128" cy="320040"/>
          </a:xfrm>
        </p:spPr>
        <p:txBody>
          <a:bodyPr/>
          <a:lstStyle/>
          <a:p>
            <a:r>
              <a:rPr lang="fr-FR" sz="1200" dirty="0">
                <a:latin typeface="Garamond" panose="02020404030301010803" pitchFamily="18" charset="0"/>
              </a:rPr>
              <a:t>Mathieu </a:t>
            </a:r>
            <a:r>
              <a:rPr lang="fr-FR" sz="1200" dirty="0" err="1">
                <a:latin typeface="Garamond" panose="02020404030301010803" pitchFamily="18" charset="0"/>
              </a:rPr>
              <a:t>Markovitch</a:t>
            </a:r>
            <a:endParaRPr lang="fr-FR" sz="1200" dirty="0">
              <a:latin typeface="Garamond" panose="02020404030301010803" pitchFamily="18" charset="0"/>
            </a:endParaRPr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957561A7-7104-44B2-8184-4D27ACCF7F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004290-8CBA-49F1-AB52-FC5171BD612C}" type="slidenum">
              <a:rPr lang="fr-FR" smtClean="0"/>
              <a:t>9</a:t>
            </a:fld>
            <a:endParaRPr lang="fr-FR"/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C89BC98E-5F4C-4AE5-A681-EFE3E305E1D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08393" y="2241208"/>
            <a:ext cx="6775214" cy="40224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595431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369A4F7-3E34-4AA1-88E3-76F0480113D5}"/>
              </a:ext>
            </a:extLst>
          </p:cNvPr>
          <p:cNvSpPr>
            <a:spLocks noGrp="1"/>
          </p:cNvSpPr>
          <p:nvPr>
            <p:ph type="title"/>
          </p:nvPr>
        </p:nvSpPr>
        <p:spPr>
          <a:solidFill>
            <a:schemeClr val="accent2">
              <a:lumMod val="20000"/>
              <a:lumOff val="80000"/>
            </a:schemeClr>
          </a:solidFill>
        </p:spPr>
        <p:txBody>
          <a:bodyPr>
            <a:normAutofit/>
          </a:bodyPr>
          <a:lstStyle/>
          <a:p>
            <a:r>
              <a:rPr lang="fr-FR" sz="3200" b="1" cap="none" dirty="0">
                <a:latin typeface="Garamond" panose="02020404030301010803" pitchFamily="18" charset="0"/>
              </a:rPr>
              <a:t>Courbes i-E</a:t>
            </a:r>
            <a:endParaRPr lang="fr-FR" sz="3200" b="1" dirty="0">
              <a:latin typeface="Garamond" panose="02020404030301010803" pitchFamily="18" charset="0"/>
            </a:endParaRPr>
          </a:p>
        </p:txBody>
      </p:sp>
      <p:pic>
        <p:nvPicPr>
          <p:cNvPr id="7" name="Espace réservé du contenu 6">
            <a:extLst>
              <a:ext uri="{FF2B5EF4-FFF2-40B4-BE49-F238E27FC236}">
                <a16:creationId xmlns:a16="http://schemas.microsoft.com/office/drawing/2014/main" id="{EAB4326F-B509-47F4-AC9C-DE5C5BF0D63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115259" y="2256917"/>
            <a:ext cx="5961482" cy="4078226"/>
          </a:xfrm>
        </p:spPr>
      </p:pic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C7B8DF43-DCB9-4BA8-8B29-3299A4CC50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432177" y="6263640"/>
            <a:ext cx="1569128" cy="320040"/>
          </a:xfrm>
        </p:spPr>
        <p:txBody>
          <a:bodyPr/>
          <a:lstStyle/>
          <a:p>
            <a:r>
              <a:rPr lang="fr-FR" sz="1200" dirty="0">
                <a:latin typeface="Garamond" panose="02020404030301010803" pitchFamily="18" charset="0"/>
              </a:rPr>
              <a:t>Mathieu </a:t>
            </a:r>
            <a:r>
              <a:rPr lang="fr-FR" sz="1200" dirty="0" err="1">
                <a:latin typeface="Garamond" panose="02020404030301010803" pitchFamily="18" charset="0"/>
              </a:rPr>
              <a:t>Markovitch</a:t>
            </a:r>
            <a:endParaRPr lang="fr-FR" sz="1200" dirty="0">
              <a:latin typeface="Garamond" panose="02020404030301010803" pitchFamily="18" charset="0"/>
            </a:endParaRPr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957561A7-7104-44B2-8184-4D27ACCF7F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004290-8CBA-49F1-AB52-FC5171BD612C}" type="slidenum">
              <a:rPr lang="fr-FR" smtClean="0"/>
              <a:t>10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61790347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369A4F7-3E34-4AA1-88E3-76F0480113D5}"/>
              </a:ext>
            </a:extLst>
          </p:cNvPr>
          <p:cNvSpPr>
            <a:spLocks noGrp="1"/>
          </p:cNvSpPr>
          <p:nvPr>
            <p:ph type="title"/>
          </p:nvPr>
        </p:nvSpPr>
        <p:spPr>
          <a:solidFill>
            <a:schemeClr val="accent2">
              <a:lumMod val="20000"/>
              <a:lumOff val="80000"/>
            </a:schemeClr>
          </a:solidFill>
        </p:spPr>
        <p:txBody>
          <a:bodyPr>
            <a:normAutofit/>
          </a:bodyPr>
          <a:lstStyle/>
          <a:p>
            <a:r>
              <a:rPr lang="fr-FR" sz="3200" b="1" cap="none" dirty="0">
                <a:latin typeface="Garamond" panose="02020404030301010803" pitchFamily="18" charset="0"/>
              </a:rPr>
              <a:t>Conclusion</a:t>
            </a:r>
            <a:endParaRPr lang="fr-FR" sz="3200" b="1" dirty="0">
              <a:latin typeface="Garamond" panose="02020404030301010803" pitchFamily="18" charset="0"/>
            </a:endParaRPr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C7B8DF43-DCB9-4BA8-8B29-3299A4CC50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432177" y="6263640"/>
            <a:ext cx="1569128" cy="320040"/>
          </a:xfrm>
        </p:spPr>
        <p:txBody>
          <a:bodyPr/>
          <a:lstStyle/>
          <a:p>
            <a:r>
              <a:rPr lang="fr-FR" sz="1200" dirty="0">
                <a:latin typeface="Garamond" panose="02020404030301010803" pitchFamily="18" charset="0"/>
              </a:rPr>
              <a:t>Mathieu </a:t>
            </a:r>
            <a:r>
              <a:rPr lang="fr-FR" sz="1200" dirty="0" err="1">
                <a:latin typeface="Garamond" panose="02020404030301010803" pitchFamily="18" charset="0"/>
              </a:rPr>
              <a:t>Markovitch</a:t>
            </a:r>
            <a:endParaRPr lang="fr-FR" sz="1200" dirty="0">
              <a:latin typeface="Garamond" panose="02020404030301010803" pitchFamily="18" charset="0"/>
            </a:endParaRPr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957561A7-7104-44B2-8184-4D27ACCF7F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004290-8CBA-49F1-AB52-FC5171BD612C}" type="slidenum">
              <a:rPr lang="fr-FR" smtClean="0"/>
              <a:t>11</a:t>
            </a:fld>
            <a:endParaRPr lang="fr-FR"/>
          </a:p>
        </p:txBody>
      </p:sp>
      <p:pic>
        <p:nvPicPr>
          <p:cNvPr id="9" name="Image 8">
            <a:extLst>
              <a:ext uri="{FF2B5EF4-FFF2-40B4-BE49-F238E27FC236}">
                <a16:creationId xmlns:a16="http://schemas.microsoft.com/office/drawing/2014/main" id="{F29C30EC-5925-47BC-9BFD-89464214082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42705" y="3439070"/>
            <a:ext cx="3555131" cy="2712519"/>
          </a:xfrm>
          <a:prstGeom prst="rect">
            <a:avLst/>
          </a:prstGeom>
        </p:spPr>
      </p:pic>
      <p:pic>
        <p:nvPicPr>
          <p:cNvPr id="7" name="Espace réservé du contenu 6">
            <a:extLst>
              <a:ext uri="{FF2B5EF4-FFF2-40B4-BE49-F238E27FC236}">
                <a16:creationId xmlns:a16="http://schemas.microsoft.com/office/drawing/2014/main" id="{BE291EDC-AB62-44AE-9902-21AC7F98749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1921527" y="2759899"/>
            <a:ext cx="3643868" cy="1729813"/>
          </a:xfrm>
        </p:spPr>
      </p:pic>
      <p:pic>
        <p:nvPicPr>
          <p:cNvPr id="1026" name="Picture 2">
            <a:extLst>
              <a:ext uri="{FF2B5EF4-FFF2-40B4-BE49-F238E27FC236}">
                <a16:creationId xmlns:a16="http://schemas.microsoft.com/office/drawing/2014/main" id="{9A404EF7-0349-470B-ABA7-791B58B81B0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70202" y="2268547"/>
            <a:ext cx="2034389" cy="27125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Lithium-ion Vs. Lithium-polymer Batteries: Smartphone ...">
            <a:extLst>
              <a:ext uri="{FF2B5EF4-FFF2-40B4-BE49-F238E27FC236}">
                <a16:creationId xmlns:a16="http://schemas.microsoft.com/office/drawing/2014/main" id="{70A3C0CD-A039-47A6-A44F-C62F6918BEA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38279" y="4735899"/>
            <a:ext cx="2863845" cy="17373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80315230"/>
      </p:ext>
    </p:extLst>
  </p:cSld>
  <p:clrMapOvr>
    <a:masterClrMapping/>
  </p:clrMapOvr>
</p:sld>
</file>

<file path=ppt/theme/theme1.xml><?xml version="1.0" encoding="utf-8"?>
<a:theme xmlns:a="http://schemas.openxmlformats.org/drawingml/2006/main" name="Colis">
  <a:themeElements>
    <a:clrScheme name="Colis">
      <a:dk1>
        <a:srgbClr val="000000"/>
      </a:dk1>
      <a:lt1>
        <a:srgbClr val="FFFFFF"/>
      </a:lt1>
      <a:dk2>
        <a:srgbClr val="4A5356"/>
      </a:dk2>
      <a:lt2>
        <a:srgbClr val="E8E3CE"/>
      </a:lt2>
      <a:accent1>
        <a:srgbClr val="F6A21D"/>
      </a:accent1>
      <a:accent2>
        <a:srgbClr val="9BAFB5"/>
      </a:accent2>
      <a:accent3>
        <a:srgbClr val="C96731"/>
      </a:accent3>
      <a:accent4>
        <a:srgbClr val="9CA383"/>
      </a:accent4>
      <a:accent5>
        <a:srgbClr val="87795D"/>
      </a:accent5>
      <a:accent6>
        <a:srgbClr val="A0988C"/>
      </a:accent6>
      <a:hlink>
        <a:srgbClr val="00B0F0"/>
      </a:hlink>
      <a:folHlink>
        <a:srgbClr val="738F97"/>
      </a:folHlink>
    </a:clrScheme>
    <a:fontScheme name="Colis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Colis">
      <a: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107000"/>
                <a:lumMod val="103000"/>
              </a:schemeClr>
            </a:gs>
            <a:gs pos="100000">
              <a:schemeClr val="phClr">
                <a:tint val="82000"/>
                <a:satMod val="109000"/>
                <a:lumMod val="103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7000"/>
                <a:satMod val="100000"/>
                <a:lumMod val="102000"/>
              </a:schemeClr>
            </a:gs>
            <a:gs pos="50000">
              <a:schemeClr val="phClr">
                <a:shade val="100000"/>
                <a:satMod val="103000"/>
                <a:lumMod val="100000"/>
              </a:schemeClr>
            </a:gs>
            <a:gs pos="100000">
              <a:schemeClr val="phClr">
                <a:shade val="93000"/>
                <a:satMod val="11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317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5880" dist="1524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prstMaterial="dkEdge">
            <a:bevelT w="0" h="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7000"/>
                <a:shade val="100000"/>
                <a:satMod val="185000"/>
                <a:lumMod val="120000"/>
              </a:schemeClr>
            </a:gs>
            <a:gs pos="100000">
              <a:schemeClr val="phClr">
                <a:tint val="96000"/>
                <a:shade val="95000"/>
                <a:satMod val="215000"/>
                <a:lumMod val="80000"/>
              </a:schemeClr>
            </a:gs>
          </a:gsLst>
          <a:path path="circle">
            <a:fillToRect l="50000" t="55000" r="125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arcel" id="{8BEC4385-4EB9-4D53-BFB5-0EA123736B6D}" vid="{4DB32801-28C0-48B0-8C1D-A9A58613615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Colis</Template>
  <TotalTime>184</TotalTime>
  <Words>82</Words>
  <Application>Microsoft Office PowerPoint</Application>
  <PresentationFormat>Grand écran</PresentationFormat>
  <Paragraphs>33</Paragraphs>
  <Slides>11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11</vt:i4>
      </vt:variant>
    </vt:vector>
  </HeadingPairs>
  <TitlesOfParts>
    <vt:vector size="16" baseType="lpstr">
      <vt:lpstr>Arial</vt:lpstr>
      <vt:lpstr>Calibri</vt:lpstr>
      <vt:lpstr>Garamond</vt:lpstr>
      <vt:lpstr>Gill Sans MT</vt:lpstr>
      <vt:lpstr>Colis</vt:lpstr>
      <vt:lpstr>LC26 : Conversion réciproque d’énergie électrique en énergie chimique</vt:lpstr>
      <vt:lpstr>Principe d’une pile</vt:lpstr>
      <vt:lpstr>Courbes i-E</vt:lpstr>
      <vt:lpstr>Synthèse de l’eau de Javel</vt:lpstr>
      <vt:lpstr>Synthèse de l’eau de Javel</vt:lpstr>
      <vt:lpstr>Décharge de l’accumulateur</vt:lpstr>
      <vt:lpstr>Accumulateur déchargé</vt:lpstr>
      <vt:lpstr>Charge de l’accumulateur</vt:lpstr>
      <vt:lpstr>Accumulateur chargé</vt:lpstr>
      <vt:lpstr>Courbes i-E</vt:lpstr>
      <vt:lpstr>Conclusion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Leçon : </dc:title>
  <dc:creator>Mathieu</dc:creator>
  <cp:lastModifiedBy>Mathieu</cp:lastModifiedBy>
  <cp:revision>13</cp:revision>
  <dcterms:created xsi:type="dcterms:W3CDTF">2020-09-19T14:45:32Z</dcterms:created>
  <dcterms:modified xsi:type="dcterms:W3CDTF">2021-06-08T09:59:32Z</dcterms:modified>
</cp:coreProperties>
</file>