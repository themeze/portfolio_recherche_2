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09/05/2021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09/05/2021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09/05/2021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09/05/2021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09/05/2021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09/05/2021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77866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 : Energie chimique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142657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Energie de liaison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6206A23A-A3CA-4C36-9BF4-525A5DF939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34527" y="2727202"/>
          <a:ext cx="652294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1473">
                  <a:extLst>
                    <a:ext uri="{9D8B030D-6E8A-4147-A177-3AD203B41FA5}">
                      <a16:colId xmlns:a16="http://schemas.microsoft.com/office/drawing/2014/main" val="913522265"/>
                    </a:ext>
                  </a:extLst>
                </a:gridCol>
                <a:gridCol w="3261473">
                  <a:extLst>
                    <a:ext uri="{9D8B030D-6E8A-4147-A177-3AD203B41FA5}">
                      <a16:colId xmlns:a16="http://schemas.microsoft.com/office/drawing/2014/main" val="1088169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Liaison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Energie (kJ.mol</a:t>
                      </a:r>
                      <a:r>
                        <a:rPr lang="fr-FR" sz="2000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25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–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–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86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O –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51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–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31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=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804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51991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38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Principe d’une pile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8A2DEC1-DC05-4AE1-9426-FA21B7DF5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815" y="2296642"/>
            <a:ext cx="5266370" cy="382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Electrolyse de l’eau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5FF85C9-48F8-41A1-9CA2-42338CE49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121" y="2363192"/>
            <a:ext cx="6973757" cy="390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4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2516D6DA-47B2-46DD-9A36-6C2410E26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7959" y="3574278"/>
            <a:ext cx="4846339" cy="2689362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EF12E7D-2F90-42A0-AD2E-3828C5E7E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091" y="2339877"/>
            <a:ext cx="3226213" cy="1991633"/>
          </a:xfrm>
          <a:prstGeom prst="rect">
            <a:avLst/>
          </a:prstGeom>
        </p:spPr>
      </p:pic>
      <p:pic>
        <p:nvPicPr>
          <p:cNvPr id="1028" name="Picture 4" descr="Comment fonctionne une pile? - SimplyScience">
            <a:extLst>
              <a:ext uri="{FF2B5EF4-FFF2-40B4-BE49-F238E27FC236}">
                <a16:creationId xmlns:a16="http://schemas.microsoft.com/office/drawing/2014/main" id="{9FBF8286-46EA-4C75-B9A5-D91519B91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36" y="4636280"/>
            <a:ext cx="2922951" cy="139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B09500C-31B0-44E3-9442-60AD241EA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696" y="2243030"/>
            <a:ext cx="3226213" cy="246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59126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116</TotalTime>
  <Words>55</Words>
  <Application>Microsoft Office PowerPoint</Application>
  <PresentationFormat>Grand écran</PresentationFormat>
  <Paragraphs>26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Garamond</vt:lpstr>
      <vt:lpstr>Gill Sans MT</vt:lpstr>
      <vt:lpstr>Colis</vt:lpstr>
      <vt:lpstr>LC2 : Energie chimique</vt:lpstr>
      <vt:lpstr>Energie de liaison</vt:lpstr>
      <vt:lpstr>Principe d’une pile</vt:lpstr>
      <vt:lpstr>Electrolyse de l’eau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9</cp:revision>
  <dcterms:created xsi:type="dcterms:W3CDTF">2020-09-19T14:45:32Z</dcterms:created>
  <dcterms:modified xsi:type="dcterms:W3CDTF">2021-05-09T15:39:31Z</dcterms:modified>
</cp:coreProperties>
</file>