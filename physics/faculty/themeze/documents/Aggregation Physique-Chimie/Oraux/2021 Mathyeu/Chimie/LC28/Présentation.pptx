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61" r:id="rId4"/>
    <p:sldId id="258" r:id="rId5"/>
    <p:sldId id="259" r:id="rId6"/>
    <p:sldId id="267" r:id="rId7"/>
    <p:sldId id="263" r:id="rId8"/>
    <p:sldId id="264" r:id="rId9"/>
    <p:sldId id="265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10/02/2021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10/02/2021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10/02/2021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10/02/2021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10/02/2021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10/02/2021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10/02/2021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10/02/2021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10/02/2021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10/02/2021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10/02/2021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10/02/2021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10/02/2021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521" y="2110842"/>
            <a:ext cx="11660957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5600" b="1" cap="none" dirty="0">
                <a:latin typeface="Garamond" panose="02020404030301010803" pitchFamily="18" charset="0"/>
              </a:rPr>
              <a:t>LC28 : Cinétique électrochimique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760917"/>
            <a:ext cx="6801612" cy="610073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Markovitch</a:t>
            </a: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CD5E83BC-9D33-4C5E-9C95-B7821D119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526" y="2293291"/>
            <a:ext cx="4739640" cy="397002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Oxydation du fer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ce réservé du contenu 7">
                <a:extLst>
                  <a:ext uri="{FF2B5EF4-FFF2-40B4-BE49-F238E27FC236}">
                    <a16:creationId xmlns:a16="http://schemas.microsoft.com/office/drawing/2014/main" id="{54CAC8C4-870A-444D-A05E-2C6511B1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2122" y="3515869"/>
                <a:ext cx="5813069" cy="118872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𝐹𝑒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𝐹𝑒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400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fr-FR" sz="24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fr-FR" sz="24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𝐻𝑂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𝑎𝑞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0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>
          <p:sp>
            <p:nvSpPr>
              <p:cNvPr id="8" name="Espace réservé du contenu 7">
                <a:extLst>
                  <a:ext uri="{FF2B5EF4-FFF2-40B4-BE49-F238E27FC236}">
                    <a16:creationId xmlns:a16="http://schemas.microsoft.com/office/drawing/2014/main" id="{54CAC8C4-870A-444D-A05E-2C6511B1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2122" y="3515869"/>
                <a:ext cx="5813069" cy="118872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Montage à trois électrodes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B7A0371-874B-4773-AB37-7945BBD33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36" y="2268200"/>
            <a:ext cx="7729727" cy="3870137"/>
          </a:xfr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58F0031-83FA-4CE0-8C8C-90E6D734E9D4}"/>
              </a:ext>
            </a:extLst>
          </p:cNvPr>
          <p:cNvSpPr txBox="1"/>
          <p:nvPr/>
        </p:nvSpPr>
        <p:spPr>
          <a:xfrm>
            <a:off x="2601797" y="4221035"/>
            <a:ext cx="1621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Electrode de référence (ECS)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D8AA1D5-76C5-4806-B344-4E5A2EAEA1B5}"/>
              </a:ext>
            </a:extLst>
          </p:cNvPr>
          <p:cNvSpPr txBox="1"/>
          <p:nvPr/>
        </p:nvSpPr>
        <p:spPr>
          <a:xfrm>
            <a:off x="2178853" y="5521524"/>
            <a:ext cx="162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Cristallisoir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AD6FF70-A1D1-478D-BB89-B0BDA72F41D7}"/>
              </a:ext>
            </a:extLst>
          </p:cNvPr>
          <p:cNvSpPr txBox="1"/>
          <p:nvPr/>
        </p:nvSpPr>
        <p:spPr>
          <a:xfrm>
            <a:off x="5035484" y="5706190"/>
            <a:ext cx="240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Contre-électrode(Pt)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FB3715D-8558-4B7C-B546-44FE08EE09C2}"/>
              </a:ext>
            </a:extLst>
          </p:cNvPr>
          <p:cNvSpPr txBox="1"/>
          <p:nvPr/>
        </p:nvSpPr>
        <p:spPr>
          <a:xfrm>
            <a:off x="8231957" y="5383024"/>
            <a:ext cx="1993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Fe</a:t>
            </a:r>
            <a:r>
              <a:rPr lang="fr-FR" baseline="30000" dirty="0">
                <a:latin typeface="Garamond" panose="02020404030301010803" pitchFamily="18" charset="0"/>
              </a:rPr>
              <a:t>2+ </a:t>
            </a:r>
            <a:r>
              <a:rPr lang="fr-FR" dirty="0">
                <a:latin typeface="Garamond" panose="02020404030301010803" pitchFamily="18" charset="0"/>
              </a:rPr>
              <a:t>et Fe</a:t>
            </a:r>
            <a:r>
              <a:rPr lang="fr-FR" baseline="30000" dirty="0">
                <a:latin typeface="Garamond" panose="02020404030301010803" pitchFamily="18" charset="0"/>
              </a:rPr>
              <a:t>3+ </a:t>
            </a:r>
            <a:r>
              <a:rPr lang="fr-FR" dirty="0">
                <a:latin typeface="Garamond" panose="02020404030301010803" pitchFamily="18" charset="0"/>
              </a:rPr>
              <a:t>dans acide sulfurique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75CE312-A369-4AA5-8BC0-91D7A9547463}"/>
              </a:ext>
            </a:extLst>
          </p:cNvPr>
          <p:cNvSpPr txBox="1"/>
          <p:nvPr/>
        </p:nvSpPr>
        <p:spPr>
          <a:xfrm>
            <a:off x="8339452" y="4203269"/>
            <a:ext cx="1621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Electrode de travail (Pt)</a:t>
            </a:r>
          </a:p>
        </p:txBody>
      </p:sp>
    </p:spTree>
    <p:extLst>
      <p:ext uri="{BB962C8B-B14F-4D97-AF65-F5344CB8AC3E}">
        <p14:creationId xmlns:p14="http://schemas.microsoft.com/office/powerpoint/2010/main" val="210363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Transfert de charge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1258F86-5D7F-400C-A6D8-93D0BDB7D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128" y="2239068"/>
            <a:ext cx="5901743" cy="39788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D22830-E938-45AA-9861-5E3A22AD7B9E}"/>
              </a:ext>
            </a:extLst>
          </p:cNvPr>
          <p:cNvSpPr/>
          <p:nvPr/>
        </p:nvSpPr>
        <p:spPr>
          <a:xfrm>
            <a:off x="3800264" y="3996965"/>
            <a:ext cx="1846392" cy="4242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381FF3-1023-4FFA-852E-C3995A53A2AA}"/>
              </a:ext>
            </a:extLst>
          </p:cNvPr>
          <p:cNvSpPr/>
          <p:nvPr/>
        </p:nvSpPr>
        <p:spPr>
          <a:xfrm>
            <a:off x="6639304" y="4630131"/>
            <a:ext cx="1846392" cy="4242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4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Système rapide VS système lent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BF783AE-73B3-42E4-819A-F2623C4A3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375" y="2308015"/>
            <a:ext cx="7911249" cy="395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80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u="sng" cap="none" dirty="0">
                <a:latin typeface="Garamond" panose="02020404030301010803" pitchFamily="18" charset="0"/>
              </a:rPr>
              <a:t>Système</a:t>
            </a:r>
            <a:r>
              <a:rPr lang="fr-FR" sz="3200" b="1" cap="none" dirty="0">
                <a:latin typeface="Garamond" panose="02020404030301010803" pitchFamily="18" charset="0"/>
              </a:rPr>
              <a:t> : influence de l’électrode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4301CCD-E1A0-42A5-B27E-12878B3A1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13" y="2213669"/>
            <a:ext cx="5782373" cy="404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3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Bilan : allure des courbes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FEF01BC-2E0D-4559-B47F-16578D514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110" y="2254294"/>
            <a:ext cx="8371780" cy="390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6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Retour sur l’oxydation du fer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28A2BDF-5EB8-40FF-A8DE-566371B71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423" y="2217495"/>
            <a:ext cx="5543153" cy="410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28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Retour sur l’oxydation du fer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28A2BDF-5EB8-40FF-A8DE-566371B71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423" y="2217495"/>
            <a:ext cx="5543153" cy="4100913"/>
          </a:xfrm>
          <a:prstGeom prst="rect">
            <a:avLst/>
          </a:prstGeom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015945ED-214A-4790-A76F-AEBCD8C718B4}"/>
              </a:ext>
            </a:extLst>
          </p:cNvPr>
          <p:cNvSpPr/>
          <p:nvPr/>
        </p:nvSpPr>
        <p:spPr>
          <a:xfrm rot="2233325">
            <a:off x="5725890" y="4434605"/>
            <a:ext cx="4587033" cy="3978111"/>
          </a:xfrm>
          <a:prstGeom prst="arc">
            <a:avLst>
              <a:gd name="adj1" fmla="val 9023188"/>
              <a:gd name="adj2" fmla="val 13716439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41085D8-938D-4EE8-83D4-4A56B2E820F7}"/>
              </a:ext>
            </a:extLst>
          </p:cNvPr>
          <p:cNvSpPr txBox="1"/>
          <p:nvPr/>
        </p:nvSpPr>
        <p:spPr>
          <a:xfrm>
            <a:off x="5938833" y="5363851"/>
            <a:ext cx="258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  <a:latin typeface="Garamond" panose="02020404030301010803" pitchFamily="18" charset="0"/>
              </a:rPr>
              <a:t>Réduction sur le platine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58821F90-6A3D-4551-B233-0BA9BBAA7941}"/>
              </a:ext>
            </a:extLst>
          </p:cNvPr>
          <p:cNvCxnSpPr>
            <a:cxnSpLocks/>
          </p:cNvCxnSpPr>
          <p:nvPr/>
        </p:nvCxnSpPr>
        <p:spPr>
          <a:xfrm flipV="1">
            <a:off x="5910499" y="2761099"/>
            <a:ext cx="0" cy="278741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149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de l’eau de Javel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10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C61A1CD-512C-4C42-98F8-0057F8867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07" y="2230214"/>
            <a:ext cx="8458986" cy="395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6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de l’eau de Javel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11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5662AE4-3190-416A-8ED4-A4C50F74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995" y="2250529"/>
            <a:ext cx="9524010" cy="396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14885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522</TotalTime>
  <Words>136</Words>
  <Application>Microsoft Office PowerPoint</Application>
  <PresentationFormat>Grand écran</PresentationFormat>
  <Paragraphs>40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Garamond</vt:lpstr>
      <vt:lpstr>Gill Sans MT</vt:lpstr>
      <vt:lpstr>Colis</vt:lpstr>
      <vt:lpstr>LC28 : Cinétique électrochimique</vt:lpstr>
      <vt:lpstr>Oxydation du fer</vt:lpstr>
      <vt:lpstr>Montage à trois électrodes</vt:lpstr>
      <vt:lpstr>Transfert de charge</vt:lpstr>
      <vt:lpstr>Système rapide VS système lent</vt:lpstr>
      <vt:lpstr>Système : influence de l’électrode</vt:lpstr>
      <vt:lpstr>Bilan : allure des courbes</vt:lpstr>
      <vt:lpstr>Retour sur l’oxydation du fer</vt:lpstr>
      <vt:lpstr>Retour sur l’oxydation du fer</vt:lpstr>
      <vt:lpstr>Synthèse de l’eau de Javel</vt:lpstr>
      <vt:lpstr>Synthèse de l’eau de Javel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Serge Markovitch</cp:lastModifiedBy>
  <cp:revision>38</cp:revision>
  <dcterms:created xsi:type="dcterms:W3CDTF">2020-09-19T14:45:32Z</dcterms:created>
  <dcterms:modified xsi:type="dcterms:W3CDTF">2021-02-10T21:17:23Z</dcterms:modified>
</cp:coreProperties>
</file>