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17/05/2021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17/05/2021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17/05/2021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17/05/2021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17/05/2021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17/05/2021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17/05/2021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17/05/2021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17/05/2021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17/05/2021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17/05/2021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17/05/2021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17/05/2021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862961"/>
            <a:ext cx="8991600" cy="1645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LC4 : Acides et bases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929592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 pH ou potentiel hydrogène : Fiche de cours - Physique ...">
            <a:extLst>
              <a:ext uri="{FF2B5EF4-FFF2-40B4-BE49-F238E27FC236}">
                <a16:creationId xmlns:a16="http://schemas.microsoft.com/office/drawing/2014/main" id="{09D0C171-14C9-4E0E-8930-37E6F1E5E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275" y="1462107"/>
            <a:ext cx="8536059" cy="480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Echelle de pH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Acides et bases selon Brönsted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96B37AD-1E42-413C-AEE6-72972C3B4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453" y="2616898"/>
            <a:ext cx="2980238" cy="341636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7D7BFD2-C2F2-4C37-B6B8-431EAA751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088" y="2239346"/>
            <a:ext cx="4922365" cy="407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665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Cas de l’eau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4D9FC7CF-53CB-492E-8C39-6BFCD2BD2012}"/>
                  </a:ext>
                </a:extLst>
              </p:cNvPr>
              <p:cNvSpPr txBox="1"/>
              <p:nvPr/>
            </p:nvSpPr>
            <p:spPr>
              <a:xfrm>
                <a:off x="5466928" y="2980678"/>
                <a:ext cx="14181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p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fr-FR" sz="24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4D9FC7CF-53CB-492E-8C39-6BFCD2BD2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928" y="2980678"/>
                <a:ext cx="1418145" cy="369332"/>
              </a:xfrm>
              <a:prstGeom prst="rect">
                <a:avLst/>
              </a:prstGeom>
              <a:blipFill>
                <a:blip r:embed="rId2"/>
                <a:stretch>
                  <a:fillRect l="-4741" t="-1639" b="-311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8526FDD7-11D7-40DB-A32D-BAA3F86430D1}"/>
                  </a:ext>
                </a:extLst>
              </p:cNvPr>
              <p:cNvSpPr txBox="1"/>
              <p:nvPr/>
            </p:nvSpPr>
            <p:spPr>
              <a:xfrm>
                <a:off x="4562311" y="3507991"/>
                <a:ext cx="15336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p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fr-FR" sz="24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8526FDD7-11D7-40DB-A32D-BAA3F8643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311" y="3507991"/>
                <a:ext cx="1533689" cy="369332"/>
              </a:xfrm>
              <a:prstGeom prst="rect">
                <a:avLst/>
              </a:prstGeom>
              <a:blipFill>
                <a:blip r:embed="rId3"/>
                <a:stretch>
                  <a:fillRect l="-3968" t="-1639" r="-3571" b="-3278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>
            <a:extLst>
              <a:ext uri="{FF2B5EF4-FFF2-40B4-BE49-F238E27FC236}">
                <a16:creationId xmlns:a16="http://schemas.microsoft.com/office/drawing/2014/main" id="{C3C82B19-2F8C-47E4-A74A-69EAB380C383}"/>
              </a:ext>
            </a:extLst>
          </p:cNvPr>
          <p:cNvSpPr txBox="1"/>
          <p:nvPr/>
        </p:nvSpPr>
        <p:spPr>
          <a:xfrm>
            <a:off x="4610689" y="2977238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  <a:latin typeface="Garamond" panose="02020404030301010803" pitchFamily="18" charset="0"/>
              </a:rPr>
              <a:t>Acide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C0C38BE-DAA3-4AB1-AA24-C77C22BB35DE}"/>
              </a:ext>
            </a:extLst>
          </p:cNvPr>
          <p:cNvSpPr txBox="1"/>
          <p:nvPr/>
        </p:nvSpPr>
        <p:spPr>
          <a:xfrm>
            <a:off x="6176000" y="3507991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  <a:latin typeface="Garamond" panose="02020404030301010803" pitchFamily="18" charset="0"/>
              </a:rPr>
              <a:t>Base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1E7023D-879D-4172-AD54-126C8E4C4A54}"/>
                  </a:ext>
                </a:extLst>
              </p:cNvPr>
              <p:cNvSpPr txBox="1"/>
              <p:nvPr/>
            </p:nvSpPr>
            <p:spPr>
              <a:xfrm>
                <a:off x="3839196" y="4741663"/>
                <a:ext cx="45136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p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𝑎𝑞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p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𝑎𝑞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1E7023D-879D-4172-AD54-126C8E4C4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9196" y="4741663"/>
                <a:ext cx="4513608" cy="369332"/>
              </a:xfrm>
              <a:prstGeom prst="rect">
                <a:avLst/>
              </a:prstGeom>
              <a:blipFill>
                <a:blip r:embed="rId4"/>
                <a:stretch>
                  <a:fillRect l="-1081" t="-1667" r="-1892" b="-3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D08EEC44-6E9D-45CC-B0D5-80C3D1868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708" y="2325950"/>
            <a:ext cx="1952715" cy="2943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693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Le BBT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AC86577-682B-4A66-BC5E-3EEA507C1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38" y="2935996"/>
            <a:ext cx="5619467" cy="268077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5AC73DF-0ED7-45C3-9852-87A4DFB85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527" y="2301408"/>
            <a:ext cx="3618430" cy="156389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BACFAD3-E9CA-4C05-A178-F933CC44A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2861" y="4106582"/>
            <a:ext cx="3412256" cy="72206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876FEE9-299A-43B7-BBE9-C525AB98A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1128" y="4013302"/>
            <a:ext cx="3021733" cy="8934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FE4E9397-AD36-464E-B922-33FD5B571C44}"/>
                  </a:ext>
                </a:extLst>
              </p:cNvPr>
              <p:cNvSpPr txBox="1"/>
              <p:nvPr/>
            </p:nvSpPr>
            <p:spPr>
              <a:xfrm>
                <a:off x="6096000" y="5148023"/>
                <a:ext cx="4965142" cy="583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𝑝𝐾𝑎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𝑝𝐻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𝐵𝐵𝑇</m:t>
                                      </m:r>
                                    </m:e>
                                    <m:sup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𝐵𝐵𝑇𝐻</m:t>
                                  </m:r>
                                </m:e>
                              </m:d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𝑝𝐻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b="0" dirty="0"/>
              </a:p>
            </p:txBody>
          </p:sp>
        </mc:Choice>
        <mc:Fallback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FE4E9397-AD36-464E-B922-33FD5B571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148023"/>
                <a:ext cx="4965142" cy="5834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8951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Conclusion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1805A7-DCC5-4622-8667-2D828E6AA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153" y="2582207"/>
            <a:ext cx="1819176" cy="3100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itron - Rapidos Courses">
            <a:extLst>
              <a:ext uri="{FF2B5EF4-FFF2-40B4-BE49-F238E27FC236}">
                <a16:creationId xmlns:a16="http://schemas.microsoft.com/office/drawing/2014/main" id="{4539191E-A0F0-46A3-A38E-336B4A1BA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04" y="3344062"/>
            <a:ext cx="3051050" cy="1728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ydroxyde de sodium - Vikidia, l'encyclopédie des 8-13 ans">
            <a:extLst>
              <a:ext uri="{FF2B5EF4-FFF2-40B4-BE49-F238E27FC236}">
                <a16:creationId xmlns:a16="http://schemas.microsoft.com/office/drawing/2014/main" id="{9F41E11C-ECA1-41A2-AEE3-6780FD7E5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329" y="2674958"/>
            <a:ext cx="2185973" cy="2914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lobules rouges : définition - docteurclic.com">
            <a:extLst>
              <a:ext uri="{FF2B5EF4-FFF2-40B4-BE49-F238E27FC236}">
                <a16:creationId xmlns:a16="http://schemas.microsoft.com/office/drawing/2014/main" id="{9D7E219B-8F0C-4385-A0FD-21B45459D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6417" y="3054863"/>
            <a:ext cx="2871297" cy="215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5836074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139</TotalTime>
  <Words>71</Words>
  <Application>Microsoft Office PowerPoint</Application>
  <PresentationFormat>Grand écran</PresentationFormat>
  <Paragraphs>23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 Math</vt:lpstr>
      <vt:lpstr>Garamond</vt:lpstr>
      <vt:lpstr>Gill Sans MT</vt:lpstr>
      <vt:lpstr>Colis</vt:lpstr>
      <vt:lpstr>LC4 : Acides et bases</vt:lpstr>
      <vt:lpstr>Echelle de pH</vt:lpstr>
      <vt:lpstr>Acides et bases selon Brönsted</vt:lpstr>
      <vt:lpstr>Cas de l’eau</vt:lpstr>
      <vt:lpstr>Le BBT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14</cp:revision>
  <dcterms:created xsi:type="dcterms:W3CDTF">2020-09-19T14:45:32Z</dcterms:created>
  <dcterms:modified xsi:type="dcterms:W3CDTF">2021-05-17T08:48:14Z</dcterms:modified>
</cp:coreProperties>
</file>