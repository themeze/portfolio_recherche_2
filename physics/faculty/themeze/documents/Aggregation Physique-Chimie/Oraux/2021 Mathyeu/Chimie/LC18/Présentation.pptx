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22/05/2021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22/05/2021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22/05/2021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22/05/2021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22/05/2021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22/05/2021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22/05/2021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22/05/2021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22/05/2021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22/05/2021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22/05/2021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22/05/2021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22/05/2021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951737"/>
            <a:ext cx="8991600" cy="16459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LC18 : corps purs et mélanges binaires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681018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Diagramme de phases de l’eau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FBD1D2C-CB67-40BC-A113-A9179ED69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560" y="2417631"/>
            <a:ext cx="4712880" cy="3581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Courbes de refroidissement Cu-Ni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C0E898D-14CB-491D-B039-8D0DCBBDC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2282190"/>
            <a:ext cx="472440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008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Diagramme binaire Cu-Ni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8AF6020-77E1-44F1-AD6E-C3A1CA432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346" y="2225847"/>
            <a:ext cx="8229308" cy="410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608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Diagramme Au-Ag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1A391BA-94FE-4705-8437-0AB1DD3F7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928" y="2248678"/>
            <a:ext cx="5034144" cy="401496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F4F5EBB-E0FF-43C7-AFC4-8564E1FF65E9}"/>
              </a:ext>
            </a:extLst>
          </p:cNvPr>
          <p:cNvSpPr txBox="1"/>
          <p:nvPr/>
        </p:nvSpPr>
        <p:spPr>
          <a:xfrm>
            <a:off x="6891913" y="2620101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P=1bar</a:t>
            </a:r>
            <a:endParaRPr lang="fr-FR" baseline="-25000" dirty="0"/>
          </a:p>
        </p:txBody>
      </p:sp>
    </p:spTree>
    <p:extLst>
      <p:ext uri="{BB962C8B-B14F-4D97-AF65-F5344CB8AC3E}">
        <p14:creationId xmlns:p14="http://schemas.microsoft.com/office/powerpoint/2010/main" val="447911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Diagramme Pb-Sn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2FB5D25-B108-46E6-8347-12FFEB9A3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670" y="2204158"/>
            <a:ext cx="7872659" cy="405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382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Miscibilité nulle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7</a:t>
            </a:fld>
            <a:endParaRPr lang="fr-FR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035E11CB-B081-4FBD-BC54-61DD50FD2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5701" y="2322419"/>
            <a:ext cx="5911206" cy="3772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7D9EA7-1325-4F24-AFF5-D6B816A1E396}"/>
              </a:ext>
            </a:extLst>
          </p:cNvPr>
          <p:cNvSpPr/>
          <p:nvPr/>
        </p:nvSpPr>
        <p:spPr>
          <a:xfrm>
            <a:off x="5515252" y="2938509"/>
            <a:ext cx="972105" cy="426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Liquide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DCAC20-5316-4C9F-861E-8FBBEC86C27F}"/>
              </a:ext>
            </a:extLst>
          </p:cNvPr>
          <p:cNvSpPr/>
          <p:nvPr/>
        </p:nvSpPr>
        <p:spPr>
          <a:xfrm>
            <a:off x="4567005" y="4882718"/>
            <a:ext cx="2868597" cy="426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A et B solides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3C6820-3255-4632-952D-36D69BF81ABE}"/>
              </a:ext>
            </a:extLst>
          </p:cNvPr>
          <p:cNvSpPr/>
          <p:nvPr/>
        </p:nvSpPr>
        <p:spPr>
          <a:xfrm>
            <a:off x="5667650" y="3892858"/>
            <a:ext cx="333653" cy="426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09F7E7-C76E-49C5-8F26-18DDC29A97B2}"/>
              </a:ext>
            </a:extLst>
          </p:cNvPr>
          <p:cNvSpPr/>
          <p:nvPr/>
        </p:nvSpPr>
        <p:spPr>
          <a:xfrm>
            <a:off x="3884772" y="3588058"/>
            <a:ext cx="1033457" cy="426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Liquide A solide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40967E-F078-472C-8FD7-A3F8CA707839}"/>
              </a:ext>
            </a:extLst>
          </p:cNvPr>
          <p:cNvSpPr/>
          <p:nvPr/>
        </p:nvSpPr>
        <p:spPr>
          <a:xfrm>
            <a:off x="6750724" y="3697550"/>
            <a:ext cx="1033457" cy="426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Liquide B solide</a:t>
            </a:r>
          </a:p>
        </p:txBody>
      </p:sp>
    </p:spTree>
    <p:extLst>
      <p:ext uri="{BB962C8B-B14F-4D97-AF65-F5344CB8AC3E}">
        <p14:creationId xmlns:p14="http://schemas.microsoft.com/office/powerpoint/2010/main" val="1125786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Conclusion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8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9261C56-B2E5-4B9C-B143-78F72C8F8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834" y="2255980"/>
            <a:ext cx="3842907" cy="207874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0C99EAC-F6E1-4312-9398-9C7D83753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106" y="4437295"/>
            <a:ext cx="2105609" cy="213192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FCF4ADD-4BAC-4292-BF33-CD9D670BB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582" y="2538584"/>
            <a:ext cx="4490358" cy="3592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0887884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108</TotalTime>
  <Words>63</Words>
  <Application>Microsoft Office PowerPoint</Application>
  <PresentationFormat>Grand écran</PresentationFormat>
  <Paragraphs>28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Calibri</vt:lpstr>
      <vt:lpstr>Garamond</vt:lpstr>
      <vt:lpstr>Gill Sans MT</vt:lpstr>
      <vt:lpstr>Colis</vt:lpstr>
      <vt:lpstr>LC18 : corps purs et mélanges binaires</vt:lpstr>
      <vt:lpstr>Diagramme de phases de l’eau</vt:lpstr>
      <vt:lpstr>Courbes de refroidissement Cu-Ni</vt:lpstr>
      <vt:lpstr>Diagramme binaire Cu-Ni</vt:lpstr>
      <vt:lpstr>Diagramme Au-Ag</vt:lpstr>
      <vt:lpstr>Diagramme Pb-Sn</vt:lpstr>
      <vt:lpstr>Miscibilité nulle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15</cp:revision>
  <dcterms:created xsi:type="dcterms:W3CDTF">2020-09-19T14:45:32Z</dcterms:created>
  <dcterms:modified xsi:type="dcterms:W3CDTF">2021-05-22T10:22:49Z</dcterms:modified>
</cp:coreProperties>
</file>