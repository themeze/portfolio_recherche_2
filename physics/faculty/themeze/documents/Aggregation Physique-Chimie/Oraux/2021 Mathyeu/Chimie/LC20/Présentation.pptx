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24/05/2021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24/05/2021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24/05/2021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24/05/2021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24/05/2021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24/05/2021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24/05/2021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24/05/2021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24/05/2021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24/05/2021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24/05/2021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24/05/2021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24/05/2021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783080"/>
            <a:ext cx="8991600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LC20 : Détermination de constantes d’équilibre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636629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Mesure ou calcul ?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45DECA2-773A-43F2-99C3-01972FC9C6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01022" y="2977575"/>
                <a:ext cx="5989956" cy="217191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°=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  <m:sup>
                            <m:sSub>
                              <m:sSubPr>
                                <m:ctrlP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b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nary>
                  </m:oMath>
                </a14:m>
                <a:r>
                  <a:rPr lang="fr-FR" sz="2000" dirty="0">
                    <a:latin typeface="Garamond" panose="02020404030301010803" pitchFamily="18" charset="0"/>
                  </a:rPr>
                  <a:t> (loi de Guldberg et Waage)</a:t>
                </a:r>
              </a:p>
              <a:p>
                <a:endParaRPr lang="fr-FR" sz="2000" dirty="0">
                  <a:latin typeface="Garamond" panose="02020404030301010803" pitchFamily="18" charset="0"/>
                </a:endParaRPr>
              </a:p>
              <a:p>
                <a:endParaRPr lang="fr-FR" sz="2000" dirty="0">
                  <a:latin typeface="Garamond" panose="02020404030301010803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°=</m:t>
                    </m:r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°</m:t>
                            </m:r>
                          </m:num>
                          <m:den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den>
                        </m:f>
                      </m:sup>
                    </m:sSup>
                  </m:oMath>
                </a14:m>
                <a:r>
                  <a:rPr lang="fr-FR" sz="2000" dirty="0">
                    <a:latin typeface="Garamond" panose="02020404030301010803" pitchFamily="18" charset="0"/>
                  </a:rPr>
                  <a:t> (équilibre en thermochimie)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45DECA2-773A-43F2-99C3-01972FC9C6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1022" y="2977575"/>
                <a:ext cx="5989956" cy="2171918"/>
              </a:xfrm>
              <a:blipFill>
                <a:blip r:embed="rId2"/>
                <a:stretch>
                  <a:fillRect l="-916" t="-212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Pile Daniell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2709ACF-2E74-44E7-8599-36281B2BE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405" y="2402417"/>
            <a:ext cx="7155190" cy="3612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495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535" y="925711"/>
            <a:ext cx="8572929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Produit de solubilité de l’acide benzoïque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9A9DA17-8AA5-4FD5-8520-B82965E23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48" y="2381093"/>
            <a:ext cx="7873901" cy="3615885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1636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 err="1">
                <a:latin typeface="Garamond" panose="02020404030301010803" pitchFamily="18" charset="0"/>
              </a:rPr>
              <a:t>pKa</a:t>
            </a:r>
            <a:r>
              <a:rPr lang="fr-FR" sz="3200" b="1" cap="none" dirty="0">
                <a:latin typeface="Garamond" panose="02020404030301010803" pitchFamily="18" charset="0"/>
              </a:rPr>
              <a:t> du BBT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AC86577-682B-4A66-BC5E-3EEA507C1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38" y="2935996"/>
            <a:ext cx="5619467" cy="268077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5AC73DF-0ED7-45C3-9852-87A4DFB85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527" y="2301408"/>
            <a:ext cx="3618430" cy="156389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BACFAD3-E9CA-4C05-A178-F933CC44A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2861" y="4106582"/>
            <a:ext cx="3412256" cy="72206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876FEE9-299A-43B7-BBE9-C525AB98A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1128" y="4013302"/>
            <a:ext cx="3021733" cy="8934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FE4E9397-AD36-464E-B922-33FD5B571C44}"/>
                  </a:ext>
                </a:extLst>
              </p:cNvPr>
              <p:cNvSpPr txBox="1"/>
              <p:nvPr/>
            </p:nvSpPr>
            <p:spPr>
              <a:xfrm>
                <a:off x="6096000" y="5148023"/>
                <a:ext cx="4965142" cy="583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𝑝𝐾𝑎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𝑝𝐻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𝐵𝐵𝑇</m:t>
                                      </m:r>
                                    </m:e>
                                    <m:sup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𝐵𝐵𝑇𝐻</m:t>
                                  </m:r>
                                </m:e>
                              </m:d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𝑝𝐻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FE4E9397-AD36-464E-B922-33FD5B571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148023"/>
                <a:ext cx="4965142" cy="5834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8951198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174</TotalTime>
  <Words>66</Words>
  <Application>Microsoft Office PowerPoint</Application>
  <PresentationFormat>Grand écran</PresentationFormat>
  <Paragraphs>19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Cambria Math</vt:lpstr>
      <vt:lpstr>Garamond</vt:lpstr>
      <vt:lpstr>Gill Sans MT</vt:lpstr>
      <vt:lpstr>Colis</vt:lpstr>
      <vt:lpstr>LC20 : Détermination de constantes d’équilibre</vt:lpstr>
      <vt:lpstr>Mesure ou calcul ?</vt:lpstr>
      <vt:lpstr>Pile Daniell</vt:lpstr>
      <vt:lpstr>Produit de solubilité de l’acide benzoïque</vt:lpstr>
      <vt:lpstr>pKa du BBT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10</cp:revision>
  <dcterms:created xsi:type="dcterms:W3CDTF">2020-09-19T14:45:32Z</dcterms:created>
  <dcterms:modified xsi:type="dcterms:W3CDTF">2021-05-24T16:25:41Z</dcterms:modified>
</cp:coreProperties>
</file>