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1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29/05/2021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29/05/2021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29/05/2021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29/05/2021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29/05/2021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29/05/2021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29/05/2021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77866"/>
            <a:ext cx="8991600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LC23 : Diagrammes potentiel-pH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5275821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Diagrammes du fer et de l’iode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DDD9F11-1BA9-422D-8329-4A9351CBA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2" y="2208493"/>
            <a:ext cx="5831513" cy="400006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112998B-5108-4244-A081-818E85EA9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305" y="2208493"/>
            <a:ext cx="6004101" cy="399221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D2CDFB4-627A-4752-BC76-21F5108D9AEF}"/>
              </a:ext>
            </a:extLst>
          </p:cNvPr>
          <p:cNvSpPr txBox="1"/>
          <p:nvPr/>
        </p:nvSpPr>
        <p:spPr>
          <a:xfrm rot="16200000">
            <a:off x="27880" y="3728304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(V)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AC8F7BF-76B8-412E-AC90-0778E4585C54}"/>
              </a:ext>
            </a:extLst>
          </p:cNvPr>
          <p:cNvSpPr txBox="1"/>
          <p:nvPr/>
        </p:nvSpPr>
        <p:spPr>
          <a:xfrm rot="16200000">
            <a:off x="5951292" y="3804344"/>
            <a:ext cx="3770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(V)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Superposition des diagrammes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0F67ABE-B5E6-46B8-89E5-CFB30B34F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74" y="2253564"/>
            <a:ext cx="6823051" cy="407539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69F7894A-99C7-4C97-8C63-185E9BB2D9AA}"/>
              </a:ext>
            </a:extLst>
          </p:cNvPr>
          <p:cNvSpPr txBox="1"/>
          <p:nvPr/>
        </p:nvSpPr>
        <p:spPr>
          <a:xfrm rot="16200000">
            <a:off x="2572256" y="3691403"/>
            <a:ext cx="377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FF0000"/>
                </a:solidFill>
              </a:rPr>
              <a:t>(V)</a:t>
            </a:r>
          </a:p>
        </p:txBody>
      </p:sp>
    </p:spTree>
    <p:extLst>
      <p:ext uri="{BB962C8B-B14F-4D97-AF65-F5344CB8AC3E}">
        <p14:creationId xmlns:p14="http://schemas.microsoft.com/office/powerpoint/2010/main" val="165974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Qualité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3FA38372-6A31-491B-B681-33D7FE8080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82122"/>
              </p:ext>
            </p:extLst>
          </p:nvPr>
        </p:nvGraphicFramePr>
        <p:xfrm>
          <a:off x="2230438" y="2638425"/>
          <a:ext cx="773112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2081168482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476992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Qualité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O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 dissous (mg.L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-1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71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Excellente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&gt;7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641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Bonne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5-7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311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Moyenne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090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Mauvaise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752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Très mauvaise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&lt;1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777015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513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31CD761-469D-41BF-A515-53DF15CC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17" y="2239347"/>
            <a:ext cx="8267714" cy="407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72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720DF7A-B262-4F07-AB14-60E13E515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699" y="2220686"/>
            <a:ext cx="8200601" cy="404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85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7812CF9-36EB-42D6-A206-85BF5BE20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299" y="2199132"/>
            <a:ext cx="8213401" cy="406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5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522CEF6-0AE6-4DF3-9ADA-DB6AF1338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510" y="2218726"/>
            <a:ext cx="8016979" cy="41102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EDE6728-4F7B-43CF-AC32-BFEC3E608971}"/>
              </a:ext>
            </a:extLst>
          </p:cNvPr>
          <p:cNvSpPr/>
          <p:nvPr/>
        </p:nvSpPr>
        <p:spPr>
          <a:xfrm>
            <a:off x="9738729" y="6164736"/>
            <a:ext cx="365760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7509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9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539E441-3DB1-4EF5-B311-21E02A0D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72" y="2230570"/>
            <a:ext cx="8040655" cy="37909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DB683A-F6B7-439E-BB29-68EDFE5E4E5F}"/>
              </a:ext>
            </a:extLst>
          </p:cNvPr>
          <p:cNvSpPr/>
          <p:nvPr/>
        </p:nvSpPr>
        <p:spPr>
          <a:xfrm>
            <a:off x="7560884" y="5411755"/>
            <a:ext cx="1069932" cy="7698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0160B-F8C0-45DF-A89D-8768E2CD02E7}"/>
              </a:ext>
            </a:extLst>
          </p:cNvPr>
          <p:cNvSpPr/>
          <p:nvPr/>
        </p:nvSpPr>
        <p:spPr>
          <a:xfrm rot="3411464">
            <a:off x="8942131" y="5107340"/>
            <a:ext cx="200014" cy="375803"/>
          </a:xfrm>
          <a:prstGeom prst="rect">
            <a:avLst/>
          </a:prstGeom>
          <a:solidFill>
            <a:srgbClr val="6E45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92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Méthode de Winkler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10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B89F485-1B1E-4891-B9A5-5FE4D4008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137" y="2250868"/>
            <a:ext cx="7398687" cy="408696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AB1ECBA-BE9F-4004-B46B-7C53C5A79CB5}"/>
              </a:ext>
            </a:extLst>
          </p:cNvPr>
          <p:cNvSpPr txBox="1"/>
          <p:nvPr/>
        </p:nvSpPr>
        <p:spPr>
          <a:xfrm>
            <a:off x="6829277" y="2353582"/>
            <a:ext cx="429540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dosage </a:t>
            </a:r>
            <a:r>
              <a:rPr lang="fr-FR" dirty="0" err="1"/>
              <a:t>iodométrique</a:t>
            </a:r>
            <a:r>
              <a:rPr lang="fr-FR" dirty="0"/>
              <a:t> par les ions thiosulfate</a:t>
            </a:r>
          </a:p>
        </p:txBody>
      </p:sp>
    </p:spTree>
    <p:extLst>
      <p:ext uri="{BB962C8B-B14F-4D97-AF65-F5344CB8AC3E}">
        <p14:creationId xmlns:p14="http://schemas.microsoft.com/office/powerpoint/2010/main" val="2381978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04445"/>
            <a:ext cx="7729728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Diagrammes du fer et de l’eau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11</a:t>
            </a:fld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0CD3440-990A-4459-BB43-1B32BCA40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919" y="1939385"/>
            <a:ext cx="4473908" cy="434423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1BF37F2-7390-4517-B0FB-4879A0A1E217}"/>
              </a:ext>
            </a:extLst>
          </p:cNvPr>
          <p:cNvSpPr txBox="1"/>
          <p:nvPr/>
        </p:nvSpPr>
        <p:spPr>
          <a:xfrm>
            <a:off x="7719251" y="3973000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ramond" panose="02020404030301010803" pitchFamily="18" charset="0"/>
              </a:rPr>
              <a:t>10</a:t>
            </a:r>
            <a:r>
              <a:rPr lang="fr-FR" sz="1200" baseline="30000" dirty="0">
                <a:latin typeface="Garamond" panose="02020404030301010803" pitchFamily="18" charset="0"/>
              </a:rPr>
              <a:t>-6</a:t>
            </a:r>
            <a:r>
              <a:rPr lang="fr-FR" sz="1200" dirty="0">
                <a:latin typeface="Garamond" panose="02020404030301010803" pitchFamily="18" charset="0"/>
              </a:rPr>
              <a:t>mol.L</a:t>
            </a:r>
            <a:r>
              <a:rPr lang="fr-FR" sz="1200" baseline="30000" dirty="0">
                <a:latin typeface="Garamond" panose="02020404030301010803" pitchFamily="18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96202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183" y="831528"/>
            <a:ext cx="9247633" cy="11887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Tout ne se résume pas à la thermodynamique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12</a:t>
            </a:fld>
            <a:endParaRPr lang="fr-FR"/>
          </a:p>
        </p:txBody>
      </p:sp>
      <p:pic>
        <p:nvPicPr>
          <p:cNvPr id="1026" name="Picture 2" descr="Méthodes infaillibles de Misterbricolo pour enlever la rouille ... -  Misterbricolo : conseils bricolage, décoration, bons plans pour la maison !">
            <a:extLst>
              <a:ext uri="{FF2B5EF4-FFF2-40B4-BE49-F238E27FC236}">
                <a16:creationId xmlns:a16="http://schemas.microsoft.com/office/drawing/2014/main" id="{0961D5C2-DCFB-4438-98A7-26C91C519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939" y="2853243"/>
            <a:ext cx="3772366" cy="251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au oxygénée Gifrer 10 volumes 250ml">
            <a:extLst>
              <a:ext uri="{FF2B5EF4-FFF2-40B4-BE49-F238E27FC236}">
                <a16:creationId xmlns:a16="http://schemas.microsoft.com/office/drawing/2014/main" id="{AB7E7A70-C658-4440-8A64-5CDA4D204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781" y="2753607"/>
            <a:ext cx="2298503" cy="229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D9F2E8D-2757-4EEB-9B13-AADE51CBE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513" y="5052110"/>
            <a:ext cx="3004397" cy="31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54425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151</TotalTime>
  <Words>122</Words>
  <Application>Microsoft Office PowerPoint</Application>
  <PresentationFormat>Grand écran</PresentationFormat>
  <Paragraphs>52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Garamond</vt:lpstr>
      <vt:lpstr>Gill Sans MT</vt:lpstr>
      <vt:lpstr>Colis</vt:lpstr>
      <vt:lpstr>LC23 : Diagrammes potentiel-pH</vt:lpstr>
      <vt:lpstr>Diagrammes du fer et de l’iode</vt:lpstr>
      <vt:lpstr>Superposition des diagrammes</vt:lpstr>
      <vt:lpstr>Qualité de l’eau</vt:lpstr>
      <vt:lpstr>Méthode de Winkler</vt:lpstr>
      <vt:lpstr>Méthode de Winkler</vt:lpstr>
      <vt:lpstr>Méthode de Winkler</vt:lpstr>
      <vt:lpstr>Méthode de Winkler</vt:lpstr>
      <vt:lpstr>Méthode de Winkler</vt:lpstr>
      <vt:lpstr>Méthode de Winkler</vt:lpstr>
      <vt:lpstr>Diagrammes du fer et de l’eau</vt:lpstr>
      <vt:lpstr>Tout ne se résume pas à la thermodynamique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15</cp:revision>
  <dcterms:created xsi:type="dcterms:W3CDTF">2020-09-19T14:45:32Z</dcterms:created>
  <dcterms:modified xsi:type="dcterms:W3CDTF">2021-05-29T10:16:41Z</dcterms:modified>
</cp:coreProperties>
</file>