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02/06/2021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02/06/2021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02/06/2021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02/06/2021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02/06/2021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02/06/2021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02/06/2021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02/06/2021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02/06/2021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02/06/2021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02/06/2021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02/06/2021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02/06/2021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293" y="1563605"/>
            <a:ext cx="9313414" cy="2060969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LC11 : Distillation et diagrammes binaires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965103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Ebullition de corps purs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8CFC637-6F5C-475E-88F5-C24783850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316" y="2349837"/>
            <a:ext cx="3890546" cy="3717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DFDFA52-2DC3-497D-8DCC-DE89002548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694" y="2349837"/>
            <a:ext cx="3463990" cy="359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Allure des diagrammes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9E361A2-CFCB-47D6-9019-30467CAB0EDC}"/>
              </a:ext>
            </a:extLst>
          </p:cNvPr>
          <p:cNvSpPr txBox="1"/>
          <p:nvPr/>
        </p:nvSpPr>
        <p:spPr>
          <a:xfrm>
            <a:off x="6744522" y="5425537"/>
            <a:ext cx="329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Garamond" panose="02020404030301010803" pitchFamily="18" charset="0"/>
              </a:rPr>
              <a:t>Diagramme binaire avec azéotrope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4F2FA45-F2FF-498F-ADD6-F68CE473EF6F}"/>
              </a:ext>
            </a:extLst>
          </p:cNvPr>
          <p:cNvSpPr txBox="1"/>
          <p:nvPr/>
        </p:nvSpPr>
        <p:spPr>
          <a:xfrm>
            <a:off x="2153863" y="5425537"/>
            <a:ext cx="329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Garamond" panose="02020404030301010803" pitchFamily="18" charset="0"/>
              </a:rPr>
              <a:t>Diagramme binaire sans azéotrope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5BA1A78B-245D-4E9D-95DF-27CC76965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829" y="2714301"/>
            <a:ext cx="4191000" cy="267970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6C1B8C6C-3B1F-4E1B-BDBD-3EE2111F11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172" y="2623207"/>
            <a:ext cx="4191000" cy="277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75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Distillation simple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1CD836D-D4DB-463F-9E23-2F661270F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957" y="2421558"/>
            <a:ext cx="7474086" cy="379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977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Distillation fractionnée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4145609-F5C8-491B-A225-2FB32D7BF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948" y="2177272"/>
            <a:ext cx="5460104" cy="408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815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Usages de la distillation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EA18E9A-CE97-4848-B084-1B10FFB1C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8154" y="2196331"/>
            <a:ext cx="2349844" cy="153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7470656-632A-4692-9B4B-5472C73A7811}"/>
              </a:ext>
            </a:extLst>
          </p:cNvPr>
          <p:cNvSpPr txBox="1"/>
          <p:nvPr/>
        </p:nvSpPr>
        <p:spPr>
          <a:xfrm>
            <a:off x="3514030" y="2186999"/>
            <a:ext cx="1018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Garamond" panose="02020404030301010803" pitchFamily="18" charset="0"/>
              </a:rPr>
              <a:t>Alambic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00DEB5E6-D2AD-4990-8294-80FA9C4DB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003" y="2248676"/>
            <a:ext cx="2464604" cy="3247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AF814DE-6AD5-4837-AAF9-6DC269D99A48}"/>
              </a:ext>
            </a:extLst>
          </p:cNvPr>
          <p:cNvSpPr txBox="1"/>
          <p:nvPr/>
        </p:nvSpPr>
        <p:spPr>
          <a:xfrm>
            <a:off x="6522130" y="5523974"/>
            <a:ext cx="3408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Garamond" panose="02020404030301010803" pitchFamily="18" charset="0"/>
              </a:rPr>
              <a:t>Colonnes de distillation industrielles</a:t>
            </a:r>
          </a:p>
        </p:txBody>
      </p:sp>
      <p:pic>
        <p:nvPicPr>
          <p:cNvPr id="3080" name="Picture 8" descr="Visite chez les rhums Diplomatico | Le Guide du Rhum">
            <a:extLst>
              <a:ext uri="{FF2B5EF4-FFF2-40B4-BE49-F238E27FC236}">
                <a16:creationId xmlns:a16="http://schemas.microsoft.com/office/drawing/2014/main" id="{04E48932-B28F-4754-BC49-D1E256B6F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0475" y="3822657"/>
            <a:ext cx="3625526" cy="2247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098B4A94-ADF2-4E4E-A6B4-AD9873081E8B}"/>
              </a:ext>
            </a:extLst>
          </p:cNvPr>
          <p:cNvSpPr txBox="1"/>
          <p:nvPr/>
        </p:nvSpPr>
        <p:spPr>
          <a:xfrm>
            <a:off x="2988039" y="6031468"/>
            <a:ext cx="259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Garamond" panose="02020404030301010803" pitchFamily="18" charset="0"/>
              </a:rPr>
              <a:t>Distillerie de rhum</a:t>
            </a:r>
          </a:p>
        </p:txBody>
      </p:sp>
    </p:spTree>
    <p:extLst>
      <p:ext uri="{BB962C8B-B14F-4D97-AF65-F5344CB8AC3E}">
        <p14:creationId xmlns:p14="http://schemas.microsoft.com/office/powerpoint/2010/main" val="4032476735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116</TotalTime>
  <Words>54</Words>
  <Application>Microsoft Office PowerPoint</Application>
  <PresentationFormat>Grand écran</PresentationFormat>
  <Paragraphs>22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Garamond</vt:lpstr>
      <vt:lpstr>Gill Sans MT</vt:lpstr>
      <vt:lpstr>Colis</vt:lpstr>
      <vt:lpstr>LC11 : Distillation et diagrammes binaires</vt:lpstr>
      <vt:lpstr>Ebullition de corps purs</vt:lpstr>
      <vt:lpstr>Allure des diagrammes</vt:lpstr>
      <vt:lpstr>Distillation simple</vt:lpstr>
      <vt:lpstr>Distillation fractionnée</vt:lpstr>
      <vt:lpstr>Usages de la distillation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12</cp:revision>
  <dcterms:created xsi:type="dcterms:W3CDTF">2020-09-19T14:45:32Z</dcterms:created>
  <dcterms:modified xsi:type="dcterms:W3CDTF">2021-06-02T16:01:52Z</dcterms:modified>
</cp:coreProperties>
</file>