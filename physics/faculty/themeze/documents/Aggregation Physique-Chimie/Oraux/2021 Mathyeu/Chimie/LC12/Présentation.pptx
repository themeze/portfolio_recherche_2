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06/06/2021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06/06/2021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06/06/2021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06/06/2021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06/06/2021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06/06/2021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06/06/2021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06/06/2021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06/06/2021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06/06/2021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1PQqDfJKXvA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441" y="999254"/>
            <a:ext cx="10369115" cy="295985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LC12 : Caractérisations par spectroscopie en synthèse organique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4973981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L’indigo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60505E4-0F84-46C5-91C7-EB24E1A72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471" y="2286245"/>
            <a:ext cx="9397057" cy="375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Spectrophotomètre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88B1846F-8B2E-4CA1-B0F7-5AC78A587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2945" y="2242358"/>
            <a:ext cx="7986109" cy="4083426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12E4FC-E39C-48AA-8164-2BD21F3C602D}"/>
              </a:ext>
            </a:extLst>
          </p:cNvPr>
          <p:cNvSpPr/>
          <p:nvPr/>
        </p:nvSpPr>
        <p:spPr>
          <a:xfrm>
            <a:off x="9503664" y="5540332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783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CF76358C-77F6-4D2E-A685-9AD26B639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440" y="2209981"/>
            <a:ext cx="5415077" cy="405365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Spectre de l’indigo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1026" name="Picture 2" descr="Sprectres UV-visible et IR">
            <a:extLst>
              <a:ext uri="{FF2B5EF4-FFF2-40B4-BE49-F238E27FC236}">
                <a16:creationId xmlns:a16="http://schemas.microsoft.com/office/drawing/2014/main" id="{67B4ADE3-81F5-4F0F-B4A6-CB79FD7A2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668" y="2436492"/>
            <a:ext cx="3600637" cy="360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7DFF4F0-8247-4355-98C9-428CAB8A0F0E}"/>
              </a:ext>
            </a:extLst>
          </p:cNvPr>
          <p:cNvSpPr txBox="1"/>
          <p:nvPr/>
        </p:nvSpPr>
        <p:spPr>
          <a:xfrm>
            <a:off x="6190697" y="386747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4628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Synthèse du paracétamol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8C526771-E0DF-491D-A282-7B7920E6A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5076" y="2272665"/>
            <a:ext cx="9041848" cy="3945255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4390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783997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Spectre du paracétamol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1026" name="Picture 2" descr="Spectroscopie infrarouge (FTIR) - Jasco France">
            <a:extLst>
              <a:ext uri="{FF2B5EF4-FFF2-40B4-BE49-F238E27FC236}">
                <a16:creationId xmlns:a16="http://schemas.microsoft.com/office/drawing/2014/main" id="{3F67E4C0-4FCE-4061-9D12-CBA9224827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62" y="2933665"/>
            <a:ext cx="3371700" cy="228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481F6A1-7DA9-4C89-96E8-70E4EC3C9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516" y="2230210"/>
            <a:ext cx="7395762" cy="352443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D101086-D0AC-4512-8E1C-9517C390E78B}"/>
              </a:ext>
            </a:extLst>
          </p:cNvPr>
          <p:cNvSpPr txBox="1"/>
          <p:nvPr/>
        </p:nvSpPr>
        <p:spPr>
          <a:xfrm>
            <a:off x="1868794" y="5751877"/>
            <a:ext cx="4942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4"/>
              </a:rPr>
              <a:t>https://www.youtube.com/watch?v=1PQqDfJKXvA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3258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Table infrarouge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285E4CC-BBC9-4038-92BD-A13053E4E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5121" y="2355801"/>
            <a:ext cx="8361757" cy="3579495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6918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57200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Bandes caractéristiques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8</a:t>
            </a:fld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70447AD-107F-4683-95B8-BB399E944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184" y="3406286"/>
            <a:ext cx="3813944" cy="274921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EBAB921-024A-4029-A46F-2F83D8F2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34" y="3481232"/>
            <a:ext cx="3913839" cy="273668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8F7A8A5-B565-448D-B61D-9F27504EA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816" y="1793523"/>
            <a:ext cx="3732368" cy="252430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114D137-0641-4F8F-9F50-71D384228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05" y="3630300"/>
            <a:ext cx="691047" cy="20431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80CBCCC-F93B-4D46-8AD9-E8A10B9C1F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4091" y="3472815"/>
            <a:ext cx="695422" cy="16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47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57200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Bandes caractéristiques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9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F7A8A5-B565-448D-B61D-9F27504E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816" y="1793523"/>
            <a:ext cx="3732368" cy="252430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4AD45A7-0A76-4FA5-8654-416D18231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62" y="3182749"/>
            <a:ext cx="3666930" cy="308089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BBF119D-613F-4093-9993-80DB70524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41" y="3429000"/>
            <a:ext cx="546084" cy="19503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EEFAB22-7B97-4226-895A-AA3DC9062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5571" y="3456432"/>
            <a:ext cx="3732368" cy="272597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A3CD1CC-7728-4370-AA8F-607BD8D042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1175" y="3248674"/>
            <a:ext cx="855071" cy="15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036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Identification du paracétamol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454CCD5E-F5A1-4E51-B985-97F66FBD6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3549" y="2268093"/>
            <a:ext cx="7652320" cy="3625215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10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F5CD9CF-E313-4E68-BDD6-DDD32786A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971" y="5893308"/>
            <a:ext cx="1895475" cy="276225"/>
          </a:xfrm>
          <a:prstGeom prst="rect">
            <a:avLst/>
          </a:prstGeom>
        </p:spPr>
      </p:pic>
      <p:pic>
        <p:nvPicPr>
          <p:cNvPr id="2050" name="Picture 2" descr="Image illustrative de l’article Paracétamol">
            <a:extLst>
              <a:ext uri="{FF2B5EF4-FFF2-40B4-BE49-F238E27FC236}">
                <a16:creationId xmlns:a16="http://schemas.microsoft.com/office/drawing/2014/main" id="{6AB608CA-16E9-42D5-BD3A-F3C896DC6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1" y="3482937"/>
            <a:ext cx="3471448" cy="186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BDDEBEA-8913-42B8-9BE9-408272F12001}"/>
              </a:ext>
            </a:extLst>
          </p:cNvPr>
          <p:cNvSpPr txBox="1"/>
          <p:nvPr/>
        </p:nvSpPr>
        <p:spPr>
          <a:xfrm>
            <a:off x="4912811" y="516236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N-H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3851E77-02A0-46DE-B38D-226F99B3063D}"/>
              </a:ext>
            </a:extLst>
          </p:cNvPr>
          <p:cNvSpPr txBox="1"/>
          <p:nvPr/>
        </p:nvSpPr>
        <p:spPr>
          <a:xfrm>
            <a:off x="6669932" y="5162366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C=O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62D2EF6-C410-41B9-949C-FDB1CE4C6E73}"/>
              </a:ext>
            </a:extLst>
          </p:cNvPr>
          <p:cNvSpPr txBox="1"/>
          <p:nvPr/>
        </p:nvSpPr>
        <p:spPr>
          <a:xfrm>
            <a:off x="8821518" y="516236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C=C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4604263-C95A-4572-8BDD-973167291DA9}"/>
              </a:ext>
            </a:extLst>
          </p:cNvPr>
          <p:cNvSpPr txBox="1"/>
          <p:nvPr/>
        </p:nvSpPr>
        <p:spPr>
          <a:xfrm>
            <a:off x="6406501" y="3550994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O-H</a:t>
            </a:r>
          </a:p>
        </p:txBody>
      </p:sp>
    </p:spTree>
    <p:extLst>
      <p:ext uri="{BB962C8B-B14F-4D97-AF65-F5344CB8AC3E}">
        <p14:creationId xmlns:p14="http://schemas.microsoft.com/office/powerpoint/2010/main" val="679327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Identification de l’indigo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0FE461A6-2D59-4101-88B8-90901B513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0747" y="2320161"/>
            <a:ext cx="7570506" cy="3943479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3631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Superposition des spectres de l’éthanol et du </a:t>
            </a:r>
            <a:r>
              <a:rPr lang="fr-FR" sz="3200" b="1" cap="none" dirty="0" err="1">
                <a:latin typeface="Garamond" panose="02020404030301010803" pitchFamily="18" charset="0"/>
              </a:rPr>
              <a:t>propanol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12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6F34313-8456-4CFF-84A5-705A4A3CC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58" y="2295351"/>
            <a:ext cx="6601684" cy="381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43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4713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Spectres RMN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8EBD5D87-2489-4DEE-B7BA-8D1C2E1108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2474" y="1529573"/>
            <a:ext cx="6147051" cy="2338269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13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A8D9F2E-EF35-4914-A6F2-A5DF4FD40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945" y="3963982"/>
            <a:ext cx="5726108" cy="240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66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Spectre du paracétamol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14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A061AF4-D8F1-4BCC-AA78-B59AF2714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344" y="2248379"/>
            <a:ext cx="6533312" cy="407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03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Analyse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CF887233-6A6F-4E46-B3CB-8D7B53127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5575" y="2227984"/>
            <a:ext cx="7360849" cy="3989936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62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F7432981-71BE-4424-BB27-62F8980CB5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0514102"/>
              </p:ext>
            </p:extLst>
          </p:nvPr>
        </p:nvGraphicFramePr>
        <p:xfrm>
          <a:off x="825484" y="3370326"/>
          <a:ext cx="10541031" cy="1584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2694">
                  <a:extLst>
                    <a:ext uri="{9D8B030D-6E8A-4147-A177-3AD203B41FA5}">
                      <a16:colId xmlns:a16="http://schemas.microsoft.com/office/drawing/2014/main" val="2320038119"/>
                    </a:ext>
                  </a:extLst>
                </a:gridCol>
                <a:gridCol w="2524506">
                  <a:extLst>
                    <a:ext uri="{9D8B030D-6E8A-4147-A177-3AD203B41FA5}">
                      <a16:colId xmlns:a16="http://schemas.microsoft.com/office/drawing/2014/main" val="2815749016"/>
                    </a:ext>
                  </a:extLst>
                </a:gridCol>
                <a:gridCol w="2585085">
                  <a:extLst>
                    <a:ext uri="{9D8B030D-6E8A-4147-A177-3AD203B41FA5}">
                      <a16:colId xmlns:a16="http://schemas.microsoft.com/office/drawing/2014/main" val="136103111"/>
                    </a:ext>
                  </a:extLst>
                </a:gridCol>
                <a:gridCol w="3688746">
                  <a:extLst>
                    <a:ext uri="{9D8B030D-6E8A-4147-A177-3AD203B41FA5}">
                      <a16:colId xmlns:a16="http://schemas.microsoft.com/office/drawing/2014/main" val="6992087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Spectroscopie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Principe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Informations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Limites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713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UV-visible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Transition électronique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Couleurs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Absorption UV-visible uniquement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01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Vibrations de liaisons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Groupes fonctionnels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Pas d’information spatiale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128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RMN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Résonance magnétique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Répartition des protons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Appareillage sophistiqué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873454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2819713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163</TotalTime>
  <Words>143</Words>
  <Application>Microsoft Office PowerPoint</Application>
  <PresentationFormat>Grand écran</PresentationFormat>
  <Paragraphs>69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Calibri</vt:lpstr>
      <vt:lpstr>Garamond</vt:lpstr>
      <vt:lpstr>Gill Sans MT</vt:lpstr>
      <vt:lpstr>Times New Roman</vt:lpstr>
      <vt:lpstr>Colis</vt:lpstr>
      <vt:lpstr>LC12 : Caractérisations par spectroscopie en synthèse organique</vt:lpstr>
      <vt:lpstr>L’indigo</vt:lpstr>
      <vt:lpstr>Spectrophotomètre</vt:lpstr>
      <vt:lpstr>Spectre de l’indigo</vt:lpstr>
      <vt:lpstr>Synthèse du paracétamol</vt:lpstr>
      <vt:lpstr>Spectre du paracétamol</vt:lpstr>
      <vt:lpstr>Table infrarouge</vt:lpstr>
      <vt:lpstr>Bandes caractéristiques</vt:lpstr>
      <vt:lpstr>Bandes caractéristiques</vt:lpstr>
      <vt:lpstr>Identification du paracétamol</vt:lpstr>
      <vt:lpstr>Identification de l’indigo</vt:lpstr>
      <vt:lpstr>Superposition des spectres de l’éthanol et du propanol</vt:lpstr>
      <vt:lpstr>Spectres RMN</vt:lpstr>
      <vt:lpstr>Spectre du paracétamol</vt:lpstr>
      <vt:lpstr>Analyse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24</cp:revision>
  <dcterms:created xsi:type="dcterms:W3CDTF">2020-09-19T14:45:32Z</dcterms:created>
  <dcterms:modified xsi:type="dcterms:W3CDTF">2021-06-06T16:08:45Z</dcterms:modified>
</cp:coreProperties>
</file>