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5D77-A6E5-4E36-903D-CFD5F78B9A89}" type="datetimeFigureOut">
              <a:rPr lang="fr-FR" smtClean="0"/>
              <a:t>19/06/2019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750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5D77-A6E5-4E36-903D-CFD5F78B9A89}" type="datetimeFigureOut">
              <a:rPr lang="fr-FR" smtClean="0"/>
              <a:t>19/06/2019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9386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5D77-A6E5-4E36-903D-CFD5F78B9A89}" type="datetimeFigureOut">
              <a:rPr lang="fr-FR" smtClean="0"/>
              <a:t>19/06/2019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683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5D77-A6E5-4E36-903D-CFD5F78B9A89}" type="datetimeFigureOut">
              <a:rPr lang="fr-FR" smtClean="0"/>
              <a:t>19/06/2019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2303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5D77-A6E5-4E36-903D-CFD5F78B9A89}" type="datetimeFigureOut">
              <a:rPr lang="fr-FR" smtClean="0"/>
              <a:t>19/06/2019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0386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5D77-A6E5-4E36-903D-CFD5F78B9A89}" type="datetimeFigureOut">
              <a:rPr lang="fr-FR" smtClean="0"/>
              <a:t>19/06/2019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8785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5D77-A6E5-4E36-903D-CFD5F78B9A89}" type="datetimeFigureOut">
              <a:rPr lang="fr-FR" smtClean="0"/>
              <a:t>19/06/2019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2361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3735D77-A6E5-4E36-903D-CFD5F78B9A89}" type="datetimeFigureOut">
              <a:rPr lang="fr-FR" smtClean="0"/>
              <a:t>19/06/2019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1824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5D77-A6E5-4E36-903D-CFD5F78B9A89}" type="datetimeFigureOut">
              <a:rPr lang="fr-FR" smtClean="0"/>
              <a:t>19/06/2019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543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5D77-A6E5-4E36-903D-CFD5F78B9A89}" type="datetimeFigureOut">
              <a:rPr lang="fr-FR" smtClean="0"/>
              <a:t>19/06/2019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1539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5D77-A6E5-4E36-903D-CFD5F78B9A89}" type="datetimeFigureOut">
              <a:rPr lang="fr-FR" smtClean="0"/>
              <a:t>19/06/2019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936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3735D77-A6E5-4E36-903D-CFD5F78B9A89}" type="datetimeFigureOut">
              <a:rPr lang="fr-FR" smtClean="0"/>
              <a:t>19/06/2019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B803E54-0734-48B3-802C-0705EA38F12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278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08659C-7876-4E39-A5CD-B49C80E6E9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Dosages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A1BD07B-336A-49DC-9798-E1D5466AAE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Agrégation 2019</a:t>
            </a:r>
          </a:p>
        </p:txBody>
      </p:sp>
    </p:spTree>
    <p:extLst>
      <p:ext uri="{BB962C8B-B14F-4D97-AF65-F5344CB8AC3E}">
        <p14:creationId xmlns:p14="http://schemas.microsoft.com/office/powerpoint/2010/main" val="3842257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9CD86A-FF7F-4B99-A78B-49D2B0719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Échelle de teintes</a:t>
            </a:r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6F215276-4301-4DE0-882D-C082537CF340}"/>
              </a:ext>
            </a:extLst>
          </p:cNvPr>
          <p:cNvGrpSpPr/>
          <p:nvPr/>
        </p:nvGrpSpPr>
        <p:grpSpPr>
          <a:xfrm>
            <a:off x="1611884" y="1907032"/>
            <a:ext cx="6614367" cy="4259502"/>
            <a:chOff x="2323088" y="1907032"/>
            <a:chExt cx="6614367" cy="4259502"/>
          </a:xfrm>
        </p:grpSpPr>
        <p:sp>
          <p:nvSpPr>
            <p:cNvPr id="6" name="Rectangle : avec coins arrondis en haut 5">
              <a:extLst>
                <a:ext uri="{FF2B5EF4-FFF2-40B4-BE49-F238E27FC236}">
                  <a16:creationId xmlns:a16="http://schemas.microsoft.com/office/drawing/2014/main" id="{8BDC0FE5-7FCC-415E-8FE3-747851F7BB82}"/>
                </a:ext>
              </a:extLst>
            </p:cNvPr>
            <p:cNvSpPr/>
            <p:nvPr/>
          </p:nvSpPr>
          <p:spPr>
            <a:xfrm rot="10800000">
              <a:off x="2710930" y="3295649"/>
              <a:ext cx="430497" cy="1953599"/>
            </a:xfrm>
            <a:prstGeom prst="round2Same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Arrondir un rectangle avec un coin du même côté 734">
              <a:extLst>
                <a:ext uri="{FF2B5EF4-FFF2-40B4-BE49-F238E27FC236}">
                  <a16:creationId xmlns:a16="http://schemas.microsoft.com/office/drawing/2014/main" id="{1E426A48-7E0A-4C08-AF6B-3384A55871F3}"/>
                </a:ext>
              </a:extLst>
            </p:cNvPr>
            <p:cNvSpPr/>
            <p:nvPr/>
          </p:nvSpPr>
          <p:spPr>
            <a:xfrm rot="10800000" flipH="1">
              <a:off x="2710933" y="1907033"/>
              <a:ext cx="430495" cy="3342216"/>
            </a:xfrm>
            <a:custGeom>
              <a:avLst/>
              <a:gdLst>
                <a:gd name="connsiteX0" fmla="*/ 71751 w 430495"/>
                <a:gd name="connsiteY0" fmla="*/ 0 h 3342216"/>
                <a:gd name="connsiteX1" fmla="*/ 358744 w 430495"/>
                <a:gd name="connsiteY1" fmla="*/ 0 h 3342216"/>
                <a:gd name="connsiteX2" fmla="*/ 430495 w 430495"/>
                <a:gd name="connsiteY2" fmla="*/ 71751 h 3342216"/>
                <a:gd name="connsiteX3" fmla="*/ 430495 w 430495"/>
                <a:gd name="connsiteY3" fmla="*/ 3342216 h 3342216"/>
                <a:gd name="connsiteX4" fmla="*/ 430495 w 430495"/>
                <a:gd name="connsiteY4" fmla="*/ 3342216 h 3342216"/>
                <a:gd name="connsiteX5" fmla="*/ 0 w 430495"/>
                <a:gd name="connsiteY5" fmla="*/ 3342216 h 3342216"/>
                <a:gd name="connsiteX6" fmla="*/ 0 w 430495"/>
                <a:gd name="connsiteY6" fmla="*/ 3342216 h 3342216"/>
                <a:gd name="connsiteX7" fmla="*/ 0 w 430495"/>
                <a:gd name="connsiteY7" fmla="*/ 71751 h 3342216"/>
                <a:gd name="connsiteX8" fmla="*/ 71751 w 430495"/>
                <a:gd name="connsiteY8" fmla="*/ 0 h 3342216"/>
                <a:gd name="connsiteX0" fmla="*/ 0 w 521935"/>
                <a:gd name="connsiteY0" fmla="*/ 3342216 h 3433656"/>
                <a:gd name="connsiteX1" fmla="*/ 0 w 521935"/>
                <a:gd name="connsiteY1" fmla="*/ 3342216 h 3433656"/>
                <a:gd name="connsiteX2" fmla="*/ 0 w 521935"/>
                <a:gd name="connsiteY2" fmla="*/ 71751 h 3433656"/>
                <a:gd name="connsiteX3" fmla="*/ 71751 w 521935"/>
                <a:gd name="connsiteY3" fmla="*/ 0 h 3433656"/>
                <a:gd name="connsiteX4" fmla="*/ 358744 w 521935"/>
                <a:gd name="connsiteY4" fmla="*/ 0 h 3433656"/>
                <a:gd name="connsiteX5" fmla="*/ 430495 w 521935"/>
                <a:gd name="connsiteY5" fmla="*/ 71751 h 3433656"/>
                <a:gd name="connsiteX6" fmla="*/ 430495 w 521935"/>
                <a:gd name="connsiteY6" fmla="*/ 3342216 h 3433656"/>
                <a:gd name="connsiteX7" fmla="*/ 521935 w 521935"/>
                <a:gd name="connsiteY7" fmla="*/ 3433656 h 3433656"/>
                <a:gd name="connsiteX0" fmla="*/ 0 w 430495"/>
                <a:gd name="connsiteY0" fmla="*/ 3342216 h 3342216"/>
                <a:gd name="connsiteX1" fmla="*/ 0 w 430495"/>
                <a:gd name="connsiteY1" fmla="*/ 3342216 h 3342216"/>
                <a:gd name="connsiteX2" fmla="*/ 0 w 430495"/>
                <a:gd name="connsiteY2" fmla="*/ 71751 h 3342216"/>
                <a:gd name="connsiteX3" fmla="*/ 71751 w 430495"/>
                <a:gd name="connsiteY3" fmla="*/ 0 h 3342216"/>
                <a:gd name="connsiteX4" fmla="*/ 358744 w 430495"/>
                <a:gd name="connsiteY4" fmla="*/ 0 h 3342216"/>
                <a:gd name="connsiteX5" fmla="*/ 430495 w 430495"/>
                <a:gd name="connsiteY5" fmla="*/ 71751 h 3342216"/>
                <a:gd name="connsiteX6" fmla="*/ 430495 w 430495"/>
                <a:gd name="connsiteY6" fmla="*/ 3342216 h 3342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0495" h="3342216">
                  <a:moveTo>
                    <a:pt x="0" y="3342216"/>
                  </a:moveTo>
                  <a:lnTo>
                    <a:pt x="0" y="3342216"/>
                  </a:lnTo>
                  <a:lnTo>
                    <a:pt x="0" y="71751"/>
                  </a:lnTo>
                  <a:cubicBezTo>
                    <a:pt x="0" y="32124"/>
                    <a:pt x="32124" y="0"/>
                    <a:pt x="71751" y="0"/>
                  </a:cubicBezTo>
                  <a:lnTo>
                    <a:pt x="358744" y="0"/>
                  </a:lnTo>
                  <a:cubicBezTo>
                    <a:pt x="398371" y="0"/>
                    <a:pt x="430495" y="32124"/>
                    <a:pt x="430495" y="71751"/>
                  </a:cubicBezTo>
                  <a:lnTo>
                    <a:pt x="430495" y="3342216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8" name="Rectangle : avec coins arrondis en haut 7">
              <a:extLst>
                <a:ext uri="{FF2B5EF4-FFF2-40B4-BE49-F238E27FC236}">
                  <a16:creationId xmlns:a16="http://schemas.microsoft.com/office/drawing/2014/main" id="{36D082FC-4C77-415A-99A8-5D41947ABA48}"/>
                </a:ext>
              </a:extLst>
            </p:cNvPr>
            <p:cNvSpPr/>
            <p:nvPr/>
          </p:nvSpPr>
          <p:spPr>
            <a:xfrm rot="10800000">
              <a:off x="4031730" y="3295649"/>
              <a:ext cx="430497" cy="1953599"/>
            </a:xfrm>
            <a:prstGeom prst="round2Same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Arrondir un rectangle avec un coin du même côté 734">
              <a:extLst>
                <a:ext uri="{FF2B5EF4-FFF2-40B4-BE49-F238E27FC236}">
                  <a16:creationId xmlns:a16="http://schemas.microsoft.com/office/drawing/2014/main" id="{F86C1E1F-4EF4-4008-8CC6-836D4494BB09}"/>
                </a:ext>
              </a:extLst>
            </p:cNvPr>
            <p:cNvSpPr/>
            <p:nvPr/>
          </p:nvSpPr>
          <p:spPr>
            <a:xfrm rot="10800000" flipH="1">
              <a:off x="4031733" y="1907033"/>
              <a:ext cx="430495" cy="3342216"/>
            </a:xfrm>
            <a:custGeom>
              <a:avLst/>
              <a:gdLst>
                <a:gd name="connsiteX0" fmla="*/ 71751 w 430495"/>
                <a:gd name="connsiteY0" fmla="*/ 0 h 3342216"/>
                <a:gd name="connsiteX1" fmla="*/ 358744 w 430495"/>
                <a:gd name="connsiteY1" fmla="*/ 0 h 3342216"/>
                <a:gd name="connsiteX2" fmla="*/ 430495 w 430495"/>
                <a:gd name="connsiteY2" fmla="*/ 71751 h 3342216"/>
                <a:gd name="connsiteX3" fmla="*/ 430495 w 430495"/>
                <a:gd name="connsiteY3" fmla="*/ 3342216 h 3342216"/>
                <a:gd name="connsiteX4" fmla="*/ 430495 w 430495"/>
                <a:gd name="connsiteY4" fmla="*/ 3342216 h 3342216"/>
                <a:gd name="connsiteX5" fmla="*/ 0 w 430495"/>
                <a:gd name="connsiteY5" fmla="*/ 3342216 h 3342216"/>
                <a:gd name="connsiteX6" fmla="*/ 0 w 430495"/>
                <a:gd name="connsiteY6" fmla="*/ 3342216 h 3342216"/>
                <a:gd name="connsiteX7" fmla="*/ 0 w 430495"/>
                <a:gd name="connsiteY7" fmla="*/ 71751 h 3342216"/>
                <a:gd name="connsiteX8" fmla="*/ 71751 w 430495"/>
                <a:gd name="connsiteY8" fmla="*/ 0 h 3342216"/>
                <a:gd name="connsiteX0" fmla="*/ 0 w 521935"/>
                <a:gd name="connsiteY0" fmla="*/ 3342216 h 3433656"/>
                <a:gd name="connsiteX1" fmla="*/ 0 w 521935"/>
                <a:gd name="connsiteY1" fmla="*/ 3342216 h 3433656"/>
                <a:gd name="connsiteX2" fmla="*/ 0 w 521935"/>
                <a:gd name="connsiteY2" fmla="*/ 71751 h 3433656"/>
                <a:gd name="connsiteX3" fmla="*/ 71751 w 521935"/>
                <a:gd name="connsiteY3" fmla="*/ 0 h 3433656"/>
                <a:gd name="connsiteX4" fmla="*/ 358744 w 521935"/>
                <a:gd name="connsiteY4" fmla="*/ 0 h 3433656"/>
                <a:gd name="connsiteX5" fmla="*/ 430495 w 521935"/>
                <a:gd name="connsiteY5" fmla="*/ 71751 h 3433656"/>
                <a:gd name="connsiteX6" fmla="*/ 430495 w 521935"/>
                <a:gd name="connsiteY6" fmla="*/ 3342216 h 3433656"/>
                <a:gd name="connsiteX7" fmla="*/ 521935 w 521935"/>
                <a:gd name="connsiteY7" fmla="*/ 3433656 h 3433656"/>
                <a:gd name="connsiteX0" fmla="*/ 0 w 430495"/>
                <a:gd name="connsiteY0" fmla="*/ 3342216 h 3342216"/>
                <a:gd name="connsiteX1" fmla="*/ 0 w 430495"/>
                <a:gd name="connsiteY1" fmla="*/ 3342216 h 3342216"/>
                <a:gd name="connsiteX2" fmla="*/ 0 w 430495"/>
                <a:gd name="connsiteY2" fmla="*/ 71751 h 3342216"/>
                <a:gd name="connsiteX3" fmla="*/ 71751 w 430495"/>
                <a:gd name="connsiteY3" fmla="*/ 0 h 3342216"/>
                <a:gd name="connsiteX4" fmla="*/ 358744 w 430495"/>
                <a:gd name="connsiteY4" fmla="*/ 0 h 3342216"/>
                <a:gd name="connsiteX5" fmla="*/ 430495 w 430495"/>
                <a:gd name="connsiteY5" fmla="*/ 71751 h 3342216"/>
                <a:gd name="connsiteX6" fmla="*/ 430495 w 430495"/>
                <a:gd name="connsiteY6" fmla="*/ 3342216 h 3342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0495" h="3342216">
                  <a:moveTo>
                    <a:pt x="0" y="3342216"/>
                  </a:moveTo>
                  <a:lnTo>
                    <a:pt x="0" y="3342216"/>
                  </a:lnTo>
                  <a:lnTo>
                    <a:pt x="0" y="71751"/>
                  </a:lnTo>
                  <a:cubicBezTo>
                    <a:pt x="0" y="32124"/>
                    <a:pt x="32124" y="0"/>
                    <a:pt x="71751" y="0"/>
                  </a:cubicBezTo>
                  <a:lnTo>
                    <a:pt x="358744" y="0"/>
                  </a:lnTo>
                  <a:cubicBezTo>
                    <a:pt x="398371" y="0"/>
                    <a:pt x="430495" y="32124"/>
                    <a:pt x="430495" y="71751"/>
                  </a:cubicBezTo>
                  <a:lnTo>
                    <a:pt x="430495" y="3342216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0" name="Rectangle : avec coins arrondis en haut 9">
              <a:extLst>
                <a:ext uri="{FF2B5EF4-FFF2-40B4-BE49-F238E27FC236}">
                  <a16:creationId xmlns:a16="http://schemas.microsoft.com/office/drawing/2014/main" id="{74544A90-7D3D-4AC1-A5E4-9F80A9CC9C49}"/>
                </a:ext>
              </a:extLst>
            </p:cNvPr>
            <p:cNvSpPr/>
            <p:nvPr/>
          </p:nvSpPr>
          <p:spPr>
            <a:xfrm rot="10800000">
              <a:off x="5352524" y="3295648"/>
              <a:ext cx="430497" cy="1953599"/>
            </a:xfrm>
            <a:prstGeom prst="round2Same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Arrondir un rectangle avec un coin du même côté 734">
              <a:extLst>
                <a:ext uri="{FF2B5EF4-FFF2-40B4-BE49-F238E27FC236}">
                  <a16:creationId xmlns:a16="http://schemas.microsoft.com/office/drawing/2014/main" id="{167D4392-DD9D-42EA-9CAA-F6F9F1F1C39B}"/>
                </a:ext>
              </a:extLst>
            </p:cNvPr>
            <p:cNvSpPr/>
            <p:nvPr/>
          </p:nvSpPr>
          <p:spPr>
            <a:xfrm rot="10800000" flipH="1">
              <a:off x="5352527" y="1907032"/>
              <a:ext cx="430495" cy="3342216"/>
            </a:xfrm>
            <a:custGeom>
              <a:avLst/>
              <a:gdLst>
                <a:gd name="connsiteX0" fmla="*/ 71751 w 430495"/>
                <a:gd name="connsiteY0" fmla="*/ 0 h 3342216"/>
                <a:gd name="connsiteX1" fmla="*/ 358744 w 430495"/>
                <a:gd name="connsiteY1" fmla="*/ 0 h 3342216"/>
                <a:gd name="connsiteX2" fmla="*/ 430495 w 430495"/>
                <a:gd name="connsiteY2" fmla="*/ 71751 h 3342216"/>
                <a:gd name="connsiteX3" fmla="*/ 430495 w 430495"/>
                <a:gd name="connsiteY3" fmla="*/ 3342216 h 3342216"/>
                <a:gd name="connsiteX4" fmla="*/ 430495 w 430495"/>
                <a:gd name="connsiteY4" fmla="*/ 3342216 h 3342216"/>
                <a:gd name="connsiteX5" fmla="*/ 0 w 430495"/>
                <a:gd name="connsiteY5" fmla="*/ 3342216 h 3342216"/>
                <a:gd name="connsiteX6" fmla="*/ 0 w 430495"/>
                <a:gd name="connsiteY6" fmla="*/ 3342216 h 3342216"/>
                <a:gd name="connsiteX7" fmla="*/ 0 w 430495"/>
                <a:gd name="connsiteY7" fmla="*/ 71751 h 3342216"/>
                <a:gd name="connsiteX8" fmla="*/ 71751 w 430495"/>
                <a:gd name="connsiteY8" fmla="*/ 0 h 3342216"/>
                <a:gd name="connsiteX0" fmla="*/ 0 w 521935"/>
                <a:gd name="connsiteY0" fmla="*/ 3342216 h 3433656"/>
                <a:gd name="connsiteX1" fmla="*/ 0 w 521935"/>
                <a:gd name="connsiteY1" fmla="*/ 3342216 h 3433656"/>
                <a:gd name="connsiteX2" fmla="*/ 0 w 521935"/>
                <a:gd name="connsiteY2" fmla="*/ 71751 h 3433656"/>
                <a:gd name="connsiteX3" fmla="*/ 71751 w 521935"/>
                <a:gd name="connsiteY3" fmla="*/ 0 h 3433656"/>
                <a:gd name="connsiteX4" fmla="*/ 358744 w 521935"/>
                <a:gd name="connsiteY4" fmla="*/ 0 h 3433656"/>
                <a:gd name="connsiteX5" fmla="*/ 430495 w 521935"/>
                <a:gd name="connsiteY5" fmla="*/ 71751 h 3433656"/>
                <a:gd name="connsiteX6" fmla="*/ 430495 w 521935"/>
                <a:gd name="connsiteY6" fmla="*/ 3342216 h 3433656"/>
                <a:gd name="connsiteX7" fmla="*/ 521935 w 521935"/>
                <a:gd name="connsiteY7" fmla="*/ 3433656 h 3433656"/>
                <a:gd name="connsiteX0" fmla="*/ 0 w 430495"/>
                <a:gd name="connsiteY0" fmla="*/ 3342216 h 3342216"/>
                <a:gd name="connsiteX1" fmla="*/ 0 w 430495"/>
                <a:gd name="connsiteY1" fmla="*/ 3342216 h 3342216"/>
                <a:gd name="connsiteX2" fmla="*/ 0 w 430495"/>
                <a:gd name="connsiteY2" fmla="*/ 71751 h 3342216"/>
                <a:gd name="connsiteX3" fmla="*/ 71751 w 430495"/>
                <a:gd name="connsiteY3" fmla="*/ 0 h 3342216"/>
                <a:gd name="connsiteX4" fmla="*/ 358744 w 430495"/>
                <a:gd name="connsiteY4" fmla="*/ 0 h 3342216"/>
                <a:gd name="connsiteX5" fmla="*/ 430495 w 430495"/>
                <a:gd name="connsiteY5" fmla="*/ 71751 h 3342216"/>
                <a:gd name="connsiteX6" fmla="*/ 430495 w 430495"/>
                <a:gd name="connsiteY6" fmla="*/ 3342216 h 3342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0495" h="3342216">
                  <a:moveTo>
                    <a:pt x="0" y="3342216"/>
                  </a:moveTo>
                  <a:lnTo>
                    <a:pt x="0" y="3342216"/>
                  </a:lnTo>
                  <a:lnTo>
                    <a:pt x="0" y="71751"/>
                  </a:lnTo>
                  <a:cubicBezTo>
                    <a:pt x="0" y="32124"/>
                    <a:pt x="32124" y="0"/>
                    <a:pt x="71751" y="0"/>
                  </a:cubicBezTo>
                  <a:lnTo>
                    <a:pt x="358744" y="0"/>
                  </a:lnTo>
                  <a:cubicBezTo>
                    <a:pt x="398371" y="0"/>
                    <a:pt x="430495" y="32124"/>
                    <a:pt x="430495" y="71751"/>
                  </a:cubicBezTo>
                  <a:lnTo>
                    <a:pt x="430495" y="3342216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2" name="Rectangle : avec coins arrondis en haut 11">
              <a:extLst>
                <a:ext uri="{FF2B5EF4-FFF2-40B4-BE49-F238E27FC236}">
                  <a16:creationId xmlns:a16="http://schemas.microsoft.com/office/drawing/2014/main" id="{D56D30E0-6534-403C-BAE4-429F8BE7C3CD}"/>
                </a:ext>
              </a:extLst>
            </p:cNvPr>
            <p:cNvSpPr/>
            <p:nvPr/>
          </p:nvSpPr>
          <p:spPr>
            <a:xfrm rot="10800000">
              <a:off x="6683704" y="3295648"/>
              <a:ext cx="430497" cy="1953599"/>
            </a:xfrm>
            <a:prstGeom prst="round2Same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Arrondir un rectangle avec un coin du même côté 734">
              <a:extLst>
                <a:ext uri="{FF2B5EF4-FFF2-40B4-BE49-F238E27FC236}">
                  <a16:creationId xmlns:a16="http://schemas.microsoft.com/office/drawing/2014/main" id="{40BA76C2-EEB0-47FF-9DDE-1B15D84CA579}"/>
                </a:ext>
              </a:extLst>
            </p:cNvPr>
            <p:cNvSpPr/>
            <p:nvPr/>
          </p:nvSpPr>
          <p:spPr>
            <a:xfrm rot="10800000" flipH="1">
              <a:off x="6683707" y="1907032"/>
              <a:ext cx="430495" cy="3342216"/>
            </a:xfrm>
            <a:custGeom>
              <a:avLst/>
              <a:gdLst>
                <a:gd name="connsiteX0" fmla="*/ 71751 w 430495"/>
                <a:gd name="connsiteY0" fmla="*/ 0 h 3342216"/>
                <a:gd name="connsiteX1" fmla="*/ 358744 w 430495"/>
                <a:gd name="connsiteY1" fmla="*/ 0 h 3342216"/>
                <a:gd name="connsiteX2" fmla="*/ 430495 w 430495"/>
                <a:gd name="connsiteY2" fmla="*/ 71751 h 3342216"/>
                <a:gd name="connsiteX3" fmla="*/ 430495 w 430495"/>
                <a:gd name="connsiteY3" fmla="*/ 3342216 h 3342216"/>
                <a:gd name="connsiteX4" fmla="*/ 430495 w 430495"/>
                <a:gd name="connsiteY4" fmla="*/ 3342216 h 3342216"/>
                <a:gd name="connsiteX5" fmla="*/ 0 w 430495"/>
                <a:gd name="connsiteY5" fmla="*/ 3342216 h 3342216"/>
                <a:gd name="connsiteX6" fmla="*/ 0 w 430495"/>
                <a:gd name="connsiteY6" fmla="*/ 3342216 h 3342216"/>
                <a:gd name="connsiteX7" fmla="*/ 0 w 430495"/>
                <a:gd name="connsiteY7" fmla="*/ 71751 h 3342216"/>
                <a:gd name="connsiteX8" fmla="*/ 71751 w 430495"/>
                <a:gd name="connsiteY8" fmla="*/ 0 h 3342216"/>
                <a:gd name="connsiteX0" fmla="*/ 0 w 521935"/>
                <a:gd name="connsiteY0" fmla="*/ 3342216 h 3433656"/>
                <a:gd name="connsiteX1" fmla="*/ 0 w 521935"/>
                <a:gd name="connsiteY1" fmla="*/ 3342216 h 3433656"/>
                <a:gd name="connsiteX2" fmla="*/ 0 w 521935"/>
                <a:gd name="connsiteY2" fmla="*/ 71751 h 3433656"/>
                <a:gd name="connsiteX3" fmla="*/ 71751 w 521935"/>
                <a:gd name="connsiteY3" fmla="*/ 0 h 3433656"/>
                <a:gd name="connsiteX4" fmla="*/ 358744 w 521935"/>
                <a:gd name="connsiteY4" fmla="*/ 0 h 3433656"/>
                <a:gd name="connsiteX5" fmla="*/ 430495 w 521935"/>
                <a:gd name="connsiteY5" fmla="*/ 71751 h 3433656"/>
                <a:gd name="connsiteX6" fmla="*/ 430495 w 521935"/>
                <a:gd name="connsiteY6" fmla="*/ 3342216 h 3433656"/>
                <a:gd name="connsiteX7" fmla="*/ 521935 w 521935"/>
                <a:gd name="connsiteY7" fmla="*/ 3433656 h 3433656"/>
                <a:gd name="connsiteX0" fmla="*/ 0 w 430495"/>
                <a:gd name="connsiteY0" fmla="*/ 3342216 h 3342216"/>
                <a:gd name="connsiteX1" fmla="*/ 0 w 430495"/>
                <a:gd name="connsiteY1" fmla="*/ 3342216 h 3342216"/>
                <a:gd name="connsiteX2" fmla="*/ 0 w 430495"/>
                <a:gd name="connsiteY2" fmla="*/ 71751 h 3342216"/>
                <a:gd name="connsiteX3" fmla="*/ 71751 w 430495"/>
                <a:gd name="connsiteY3" fmla="*/ 0 h 3342216"/>
                <a:gd name="connsiteX4" fmla="*/ 358744 w 430495"/>
                <a:gd name="connsiteY4" fmla="*/ 0 h 3342216"/>
                <a:gd name="connsiteX5" fmla="*/ 430495 w 430495"/>
                <a:gd name="connsiteY5" fmla="*/ 71751 h 3342216"/>
                <a:gd name="connsiteX6" fmla="*/ 430495 w 430495"/>
                <a:gd name="connsiteY6" fmla="*/ 3342216 h 3342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0495" h="3342216">
                  <a:moveTo>
                    <a:pt x="0" y="3342216"/>
                  </a:moveTo>
                  <a:lnTo>
                    <a:pt x="0" y="3342216"/>
                  </a:lnTo>
                  <a:lnTo>
                    <a:pt x="0" y="71751"/>
                  </a:lnTo>
                  <a:cubicBezTo>
                    <a:pt x="0" y="32124"/>
                    <a:pt x="32124" y="0"/>
                    <a:pt x="71751" y="0"/>
                  </a:cubicBezTo>
                  <a:lnTo>
                    <a:pt x="358744" y="0"/>
                  </a:lnTo>
                  <a:cubicBezTo>
                    <a:pt x="398371" y="0"/>
                    <a:pt x="430495" y="32124"/>
                    <a:pt x="430495" y="71751"/>
                  </a:cubicBezTo>
                  <a:lnTo>
                    <a:pt x="430495" y="3342216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E0DAB1AE-4062-4F22-A47E-A656F89F4012}"/>
                </a:ext>
              </a:extLst>
            </p:cNvPr>
            <p:cNvSpPr txBox="1"/>
            <p:nvPr/>
          </p:nvSpPr>
          <p:spPr>
            <a:xfrm>
              <a:off x="6295862" y="5410301"/>
              <a:ext cx="1206179" cy="756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fr-FR" dirty="0">
                  <a:solidFill>
                    <a:srgbClr val="7030A0"/>
                  </a:solidFill>
                </a:rPr>
                <a:t>Tube T</a:t>
              </a:r>
              <a:r>
                <a:rPr lang="fr-FR" baseline="-25000" dirty="0">
                  <a:solidFill>
                    <a:srgbClr val="7030A0"/>
                  </a:solidFill>
                </a:rPr>
                <a:t>4</a:t>
              </a:r>
            </a:p>
            <a:p>
              <a:pPr algn="ctr">
                <a:lnSpc>
                  <a:spcPct val="150000"/>
                </a:lnSpc>
              </a:pPr>
              <a:r>
                <a:rPr lang="fr-FR" baseline="-25000" dirty="0">
                  <a:solidFill>
                    <a:srgbClr val="7030A0"/>
                  </a:solidFill>
                </a:rPr>
                <a:t>C = 4.10</a:t>
              </a:r>
              <a:r>
                <a:rPr lang="fr-FR" baseline="30000" dirty="0">
                  <a:solidFill>
                    <a:srgbClr val="7030A0"/>
                  </a:solidFill>
                </a:rPr>
                <a:t>-6</a:t>
              </a:r>
              <a:r>
                <a:rPr lang="fr-FR" baseline="-25000" dirty="0">
                  <a:solidFill>
                    <a:srgbClr val="7030A0"/>
                  </a:solidFill>
                </a:rPr>
                <a:t> mol/L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C7593D7A-615C-4E88-A5AC-2B4D615E72CD}"/>
                </a:ext>
              </a:extLst>
            </p:cNvPr>
            <p:cNvSpPr txBox="1"/>
            <p:nvPr/>
          </p:nvSpPr>
          <p:spPr>
            <a:xfrm>
              <a:off x="2323088" y="5410301"/>
              <a:ext cx="1206179" cy="756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fr-FR" dirty="0">
                  <a:solidFill>
                    <a:srgbClr val="7030A0"/>
                  </a:solidFill>
                </a:rPr>
                <a:t>Tube T</a:t>
              </a:r>
              <a:r>
                <a:rPr lang="fr-FR" baseline="-25000" dirty="0">
                  <a:solidFill>
                    <a:srgbClr val="7030A0"/>
                  </a:solidFill>
                </a:rPr>
                <a:t>1</a:t>
              </a:r>
            </a:p>
            <a:p>
              <a:pPr algn="ctr">
                <a:lnSpc>
                  <a:spcPct val="150000"/>
                </a:lnSpc>
              </a:pPr>
              <a:r>
                <a:rPr lang="fr-FR" baseline="-25000" dirty="0">
                  <a:solidFill>
                    <a:srgbClr val="7030A0"/>
                  </a:solidFill>
                </a:rPr>
                <a:t>C = 1.10</a:t>
              </a:r>
              <a:r>
                <a:rPr lang="fr-FR" baseline="30000" dirty="0">
                  <a:solidFill>
                    <a:srgbClr val="7030A0"/>
                  </a:solidFill>
                </a:rPr>
                <a:t>-5</a:t>
              </a:r>
              <a:r>
                <a:rPr lang="fr-FR" baseline="-25000" dirty="0">
                  <a:solidFill>
                    <a:srgbClr val="7030A0"/>
                  </a:solidFill>
                </a:rPr>
                <a:t> mol/L</a:t>
              </a: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57E20E4E-051B-4DC1-AF93-9E23BB06BE47}"/>
                </a:ext>
              </a:extLst>
            </p:cNvPr>
            <p:cNvSpPr txBox="1"/>
            <p:nvPr/>
          </p:nvSpPr>
          <p:spPr>
            <a:xfrm>
              <a:off x="4971543" y="5407535"/>
              <a:ext cx="1206179" cy="756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fr-FR" dirty="0">
                  <a:solidFill>
                    <a:srgbClr val="7030A0"/>
                  </a:solidFill>
                </a:rPr>
                <a:t>Tube T</a:t>
              </a:r>
              <a:r>
                <a:rPr lang="fr-FR" baseline="-25000" dirty="0">
                  <a:solidFill>
                    <a:srgbClr val="7030A0"/>
                  </a:solidFill>
                </a:rPr>
                <a:t>3</a:t>
              </a:r>
            </a:p>
            <a:p>
              <a:pPr algn="ctr">
                <a:lnSpc>
                  <a:spcPct val="150000"/>
                </a:lnSpc>
              </a:pPr>
              <a:r>
                <a:rPr lang="fr-FR" baseline="-25000" dirty="0">
                  <a:solidFill>
                    <a:srgbClr val="7030A0"/>
                  </a:solidFill>
                </a:rPr>
                <a:t>C = 6.10</a:t>
              </a:r>
              <a:r>
                <a:rPr lang="fr-FR" baseline="30000" dirty="0">
                  <a:solidFill>
                    <a:srgbClr val="7030A0"/>
                  </a:solidFill>
                </a:rPr>
                <a:t>-6</a:t>
              </a:r>
              <a:r>
                <a:rPr lang="fr-FR" baseline="-25000" dirty="0">
                  <a:solidFill>
                    <a:srgbClr val="7030A0"/>
                  </a:solidFill>
                </a:rPr>
                <a:t> mol/L</a:t>
              </a: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540FC587-8C3F-47C2-8847-68EEBF382BC2}"/>
                </a:ext>
              </a:extLst>
            </p:cNvPr>
            <p:cNvSpPr txBox="1"/>
            <p:nvPr/>
          </p:nvSpPr>
          <p:spPr>
            <a:xfrm>
              <a:off x="3647407" y="5404634"/>
              <a:ext cx="1206179" cy="756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fr-FR" dirty="0">
                  <a:solidFill>
                    <a:srgbClr val="7030A0"/>
                  </a:solidFill>
                </a:rPr>
                <a:t>Tube T</a:t>
              </a:r>
              <a:r>
                <a:rPr lang="fr-FR" baseline="-25000" dirty="0">
                  <a:solidFill>
                    <a:srgbClr val="7030A0"/>
                  </a:solidFill>
                </a:rPr>
                <a:t>2</a:t>
              </a:r>
            </a:p>
            <a:p>
              <a:pPr algn="ctr">
                <a:lnSpc>
                  <a:spcPct val="150000"/>
                </a:lnSpc>
              </a:pPr>
              <a:r>
                <a:rPr lang="fr-FR" baseline="-25000" dirty="0">
                  <a:solidFill>
                    <a:srgbClr val="7030A0"/>
                  </a:solidFill>
                </a:rPr>
                <a:t>C = 8.10</a:t>
              </a:r>
              <a:r>
                <a:rPr lang="fr-FR" baseline="30000" dirty="0">
                  <a:solidFill>
                    <a:srgbClr val="7030A0"/>
                  </a:solidFill>
                </a:rPr>
                <a:t>-6</a:t>
              </a:r>
              <a:r>
                <a:rPr lang="fr-FR" baseline="-25000" dirty="0">
                  <a:solidFill>
                    <a:srgbClr val="7030A0"/>
                  </a:solidFill>
                </a:rPr>
                <a:t> mol/L</a:t>
              </a:r>
            </a:p>
          </p:txBody>
        </p:sp>
        <p:sp>
          <p:nvSpPr>
            <p:cNvPr id="25" name="Rectangle : avec coins arrondis en haut 24">
              <a:extLst>
                <a:ext uri="{FF2B5EF4-FFF2-40B4-BE49-F238E27FC236}">
                  <a16:creationId xmlns:a16="http://schemas.microsoft.com/office/drawing/2014/main" id="{2F2D6133-49A8-4131-B32E-4B9D13C4620A}"/>
                </a:ext>
              </a:extLst>
            </p:cNvPr>
            <p:cNvSpPr/>
            <p:nvPr/>
          </p:nvSpPr>
          <p:spPr>
            <a:xfrm rot="10800000">
              <a:off x="8119118" y="3295648"/>
              <a:ext cx="430497" cy="1953599"/>
            </a:xfrm>
            <a:prstGeom prst="round2Same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Arrondir un rectangle avec un coin du même côté 734">
              <a:extLst>
                <a:ext uri="{FF2B5EF4-FFF2-40B4-BE49-F238E27FC236}">
                  <a16:creationId xmlns:a16="http://schemas.microsoft.com/office/drawing/2014/main" id="{B9B275E3-0316-4F5C-9D3F-78AC8BACD799}"/>
                </a:ext>
              </a:extLst>
            </p:cNvPr>
            <p:cNvSpPr/>
            <p:nvPr/>
          </p:nvSpPr>
          <p:spPr>
            <a:xfrm rot="10800000" flipH="1">
              <a:off x="8119121" y="1907032"/>
              <a:ext cx="430495" cy="3342216"/>
            </a:xfrm>
            <a:custGeom>
              <a:avLst/>
              <a:gdLst>
                <a:gd name="connsiteX0" fmla="*/ 71751 w 430495"/>
                <a:gd name="connsiteY0" fmla="*/ 0 h 3342216"/>
                <a:gd name="connsiteX1" fmla="*/ 358744 w 430495"/>
                <a:gd name="connsiteY1" fmla="*/ 0 h 3342216"/>
                <a:gd name="connsiteX2" fmla="*/ 430495 w 430495"/>
                <a:gd name="connsiteY2" fmla="*/ 71751 h 3342216"/>
                <a:gd name="connsiteX3" fmla="*/ 430495 w 430495"/>
                <a:gd name="connsiteY3" fmla="*/ 3342216 h 3342216"/>
                <a:gd name="connsiteX4" fmla="*/ 430495 w 430495"/>
                <a:gd name="connsiteY4" fmla="*/ 3342216 h 3342216"/>
                <a:gd name="connsiteX5" fmla="*/ 0 w 430495"/>
                <a:gd name="connsiteY5" fmla="*/ 3342216 h 3342216"/>
                <a:gd name="connsiteX6" fmla="*/ 0 w 430495"/>
                <a:gd name="connsiteY6" fmla="*/ 3342216 h 3342216"/>
                <a:gd name="connsiteX7" fmla="*/ 0 w 430495"/>
                <a:gd name="connsiteY7" fmla="*/ 71751 h 3342216"/>
                <a:gd name="connsiteX8" fmla="*/ 71751 w 430495"/>
                <a:gd name="connsiteY8" fmla="*/ 0 h 3342216"/>
                <a:gd name="connsiteX0" fmla="*/ 0 w 521935"/>
                <a:gd name="connsiteY0" fmla="*/ 3342216 h 3433656"/>
                <a:gd name="connsiteX1" fmla="*/ 0 w 521935"/>
                <a:gd name="connsiteY1" fmla="*/ 3342216 h 3433656"/>
                <a:gd name="connsiteX2" fmla="*/ 0 w 521935"/>
                <a:gd name="connsiteY2" fmla="*/ 71751 h 3433656"/>
                <a:gd name="connsiteX3" fmla="*/ 71751 w 521935"/>
                <a:gd name="connsiteY3" fmla="*/ 0 h 3433656"/>
                <a:gd name="connsiteX4" fmla="*/ 358744 w 521935"/>
                <a:gd name="connsiteY4" fmla="*/ 0 h 3433656"/>
                <a:gd name="connsiteX5" fmla="*/ 430495 w 521935"/>
                <a:gd name="connsiteY5" fmla="*/ 71751 h 3433656"/>
                <a:gd name="connsiteX6" fmla="*/ 430495 w 521935"/>
                <a:gd name="connsiteY6" fmla="*/ 3342216 h 3433656"/>
                <a:gd name="connsiteX7" fmla="*/ 521935 w 521935"/>
                <a:gd name="connsiteY7" fmla="*/ 3433656 h 3433656"/>
                <a:gd name="connsiteX0" fmla="*/ 0 w 430495"/>
                <a:gd name="connsiteY0" fmla="*/ 3342216 h 3342216"/>
                <a:gd name="connsiteX1" fmla="*/ 0 w 430495"/>
                <a:gd name="connsiteY1" fmla="*/ 3342216 h 3342216"/>
                <a:gd name="connsiteX2" fmla="*/ 0 w 430495"/>
                <a:gd name="connsiteY2" fmla="*/ 71751 h 3342216"/>
                <a:gd name="connsiteX3" fmla="*/ 71751 w 430495"/>
                <a:gd name="connsiteY3" fmla="*/ 0 h 3342216"/>
                <a:gd name="connsiteX4" fmla="*/ 358744 w 430495"/>
                <a:gd name="connsiteY4" fmla="*/ 0 h 3342216"/>
                <a:gd name="connsiteX5" fmla="*/ 430495 w 430495"/>
                <a:gd name="connsiteY5" fmla="*/ 71751 h 3342216"/>
                <a:gd name="connsiteX6" fmla="*/ 430495 w 430495"/>
                <a:gd name="connsiteY6" fmla="*/ 3342216 h 3342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0495" h="3342216">
                  <a:moveTo>
                    <a:pt x="0" y="3342216"/>
                  </a:moveTo>
                  <a:lnTo>
                    <a:pt x="0" y="3342216"/>
                  </a:lnTo>
                  <a:lnTo>
                    <a:pt x="0" y="71751"/>
                  </a:lnTo>
                  <a:cubicBezTo>
                    <a:pt x="0" y="32124"/>
                    <a:pt x="32124" y="0"/>
                    <a:pt x="71751" y="0"/>
                  </a:cubicBezTo>
                  <a:lnTo>
                    <a:pt x="358744" y="0"/>
                  </a:lnTo>
                  <a:cubicBezTo>
                    <a:pt x="398371" y="0"/>
                    <a:pt x="430495" y="32124"/>
                    <a:pt x="430495" y="71751"/>
                  </a:cubicBezTo>
                  <a:lnTo>
                    <a:pt x="430495" y="3342216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6DCF996A-DB2B-404A-B03D-118B1B687643}"/>
                </a:ext>
              </a:extLst>
            </p:cNvPr>
            <p:cNvSpPr txBox="1"/>
            <p:nvPr/>
          </p:nvSpPr>
          <p:spPr>
            <a:xfrm>
              <a:off x="7731276" y="5410301"/>
              <a:ext cx="1206179" cy="756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fr-FR" dirty="0">
                  <a:solidFill>
                    <a:srgbClr val="7030A0"/>
                  </a:solidFill>
                </a:rPr>
                <a:t>Tube T</a:t>
              </a:r>
              <a:r>
                <a:rPr lang="fr-FR" baseline="-25000" dirty="0">
                  <a:solidFill>
                    <a:srgbClr val="7030A0"/>
                  </a:solidFill>
                </a:rPr>
                <a:t>5</a:t>
              </a:r>
            </a:p>
            <a:p>
              <a:pPr algn="ctr">
                <a:lnSpc>
                  <a:spcPct val="150000"/>
                </a:lnSpc>
              </a:pPr>
              <a:r>
                <a:rPr lang="fr-FR" baseline="-25000" dirty="0">
                  <a:solidFill>
                    <a:srgbClr val="7030A0"/>
                  </a:solidFill>
                </a:rPr>
                <a:t>C = 2.10</a:t>
              </a:r>
              <a:r>
                <a:rPr lang="fr-FR" baseline="30000" dirty="0">
                  <a:solidFill>
                    <a:srgbClr val="7030A0"/>
                  </a:solidFill>
                </a:rPr>
                <a:t>-6</a:t>
              </a:r>
              <a:r>
                <a:rPr lang="fr-FR" baseline="-25000" dirty="0">
                  <a:solidFill>
                    <a:srgbClr val="7030A0"/>
                  </a:solidFill>
                </a:rPr>
                <a:t> mol/L</a:t>
              </a: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D39FE097-353D-4CE5-892C-A07AB7B77CE0}"/>
              </a:ext>
            </a:extLst>
          </p:cNvPr>
          <p:cNvGrpSpPr/>
          <p:nvPr/>
        </p:nvGrpSpPr>
        <p:grpSpPr>
          <a:xfrm>
            <a:off x="160867" y="3732367"/>
            <a:ext cx="2040462" cy="646331"/>
            <a:chOff x="872071" y="3732367"/>
            <a:chExt cx="2040462" cy="646331"/>
          </a:xfrm>
        </p:grpSpPr>
        <p:cxnSp>
          <p:nvCxnSpPr>
            <p:cNvPr id="30" name="Connecteur droit avec flèche 29">
              <a:extLst>
                <a:ext uri="{FF2B5EF4-FFF2-40B4-BE49-F238E27FC236}">
                  <a16:creationId xmlns:a16="http://schemas.microsoft.com/office/drawing/2014/main" id="{E3C7E4AE-529F-43E3-B4A0-78058BDB55E3}"/>
                </a:ext>
              </a:extLst>
            </p:cNvPr>
            <p:cNvCxnSpPr>
              <a:cxnSpLocks/>
            </p:cNvCxnSpPr>
            <p:nvPr/>
          </p:nvCxnSpPr>
          <p:spPr>
            <a:xfrm>
              <a:off x="2260600" y="4055533"/>
              <a:ext cx="65193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9DD7132D-E912-47F9-A482-30F918362321}"/>
                </a:ext>
              </a:extLst>
            </p:cNvPr>
            <p:cNvSpPr txBox="1"/>
            <p:nvPr/>
          </p:nvSpPr>
          <p:spPr>
            <a:xfrm>
              <a:off x="872071" y="3732367"/>
              <a:ext cx="138333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fr-FR" dirty="0"/>
                <a:t>Solution S</a:t>
              </a:r>
              <a:r>
                <a:rPr lang="fr-FR" baseline="-25000" dirty="0"/>
                <a:t>0 </a:t>
              </a:r>
              <a:r>
                <a:rPr lang="fr-FR" dirty="0"/>
                <a:t>+ eau distillée</a:t>
              </a:r>
            </a:p>
          </p:txBody>
        </p:sp>
      </p:grpSp>
      <p:graphicFrame>
        <p:nvGraphicFramePr>
          <p:cNvPr id="34" name="Tableau 33">
            <a:extLst>
              <a:ext uri="{FF2B5EF4-FFF2-40B4-BE49-F238E27FC236}">
                <a16:creationId xmlns:a16="http://schemas.microsoft.com/office/drawing/2014/main" id="{099DBA9B-34EC-4BB5-9702-94120B5C1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878240"/>
              </p:ext>
            </p:extLst>
          </p:nvPr>
        </p:nvGraphicFramePr>
        <p:xfrm>
          <a:off x="8632652" y="1907032"/>
          <a:ext cx="33984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585">
                  <a:extLst>
                    <a:ext uri="{9D8B030D-6E8A-4147-A177-3AD203B41FA5}">
                      <a16:colId xmlns:a16="http://schemas.microsoft.com/office/drawing/2014/main" val="1902371253"/>
                    </a:ext>
                  </a:extLst>
                </a:gridCol>
                <a:gridCol w="1226154">
                  <a:extLst>
                    <a:ext uri="{9D8B030D-6E8A-4147-A177-3AD203B41FA5}">
                      <a16:colId xmlns:a16="http://schemas.microsoft.com/office/drawing/2014/main" val="977209825"/>
                    </a:ext>
                  </a:extLst>
                </a:gridCol>
                <a:gridCol w="1321743">
                  <a:extLst>
                    <a:ext uri="{9D8B030D-6E8A-4147-A177-3AD203B41FA5}">
                      <a16:colId xmlns:a16="http://schemas.microsoft.com/office/drawing/2014/main" val="229975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Tube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</a:t>
                      </a:r>
                      <a:r>
                        <a:rPr lang="fr-FR" baseline="-25000" dirty="0"/>
                        <a:t>0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Eau distillée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0335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 </a:t>
                      </a:r>
                      <a:r>
                        <a:rPr lang="fr-FR" dirty="0" err="1"/>
                        <a:t>mL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 </a:t>
                      </a:r>
                      <a:r>
                        <a:rPr lang="fr-FR" dirty="0" err="1"/>
                        <a:t>mL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322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 </a:t>
                      </a:r>
                      <a:r>
                        <a:rPr lang="fr-FR" dirty="0" err="1"/>
                        <a:t>mL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 </a:t>
                      </a:r>
                      <a:r>
                        <a:rPr lang="fr-FR" dirty="0" err="1"/>
                        <a:t>mL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71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6 </a:t>
                      </a:r>
                      <a:r>
                        <a:rPr lang="fr-FR" dirty="0" err="1"/>
                        <a:t>mL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 </a:t>
                      </a:r>
                      <a:r>
                        <a:rPr lang="fr-FR" dirty="0" err="1"/>
                        <a:t>mL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4043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 </a:t>
                      </a:r>
                      <a:r>
                        <a:rPr lang="fr-FR" dirty="0" err="1"/>
                        <a:t>mL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6 </a:t>
                      </a:r>
                      <a:r>
                        <a:rPr lang="fr-FR" dirty="0" err="1"/>
                        <a:t>mL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04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 </a:t>
                      </a:r>
                      <a:r>
                        <a:rPr lang="fr-FR" dirty="0" err="1"/>
                        <a:t>mL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 </a:t>
                      </a:r>
                      <a:r>
                        <a:rPr lang="fr-FR" dirty="0" err="1"/>
                        <a:t>mL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2277650"/>
                  </a:ext>
                </a:extLst>
              </a:tr>
            </a:tbl>
          </a:graphicData>
        </a:graphic>
      </p:graphicFrame>
      <p:sp>
        <p:nvSpPr>
          <p:cNvPr id="35" name="ZoneTexte 34">
            <a:extLst>
              <a:ext uri="{FF2B5EF4-FFF2-40B4-BE49-F238E27FC236}">
                <a16:creationId xmlns:a16="http://schemas.microsoft.com/office/drawing/2014/main" id="{D95DE877-9A85-44DC-9738-0AC900EBAB2A}"/>
              </a:ext>
            </a:extLst>
          </p:cNvPr>
          <p:cNvSpPr txBox="1"/>
          <p:nvPr/>
        </p:nvSpPr>
        <p:spPr>
          <a:xfrm>
            <a:off x="7086600" y="843240"/>
            <a:ext cx="3564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Solution S</a:t>
            </a:r>
            <a:r>
              <a:rPr lang="fr-FR" baseline="-25000" dirty="0"/>
              <a:t>0</a:t>
            </a:r>
            <a:r>
              <a:rPr lang="fr-FR" dirty="0"/>
              <a:t>: Bleu E131 à 1.10</a:t>
            </a:r>
            <a:r>
              <a:rPr lang="fr-FR" baseline="30000" dirty="0"/>
              <a:t>-5</a:t>
            </a:r>
            <a:r>
              <a:rPr lang="fr-FR" dirty="0"/>
              <a:t> mol/L</a:t>
            </a:r>
          </a:p>
        </p:txBody>
      </p:sp>
    </p:spTree>
    <p:extLst>
      <p:ext uri="{BB962C8B-B14F-4D97-AF65-F5344CB8AC3E}">
        <p14:creationId xmlns:p14="http://schemas.microsoft.com/office/powerpoint/2010/main" val="283092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B1D6F4-6132-4B38-BB1C-5913F09E9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Loi de Kohlrausch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Espace réservé du contenu 3">
                <a:extLst>
                  <a:ext uri="{FF2B5EF4-FFF2-40B4-BE49-F238E27FC236}">
                    <a16:creationId xmlns:a16="http://schemas.microsoft.com/office/drawing/2014/main" id="{6C2296CB-ABB4-45CE-84C4-344FAC4BC1B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59148956"/>
                  </p:ext>
                </p:extLst>
              </p:nvPr>
            </p:nvGraphicFramePr>
            <p:xfrm>
              <a:off x="1096962" y="1846263"/>
              <a:ext cx="10258608" cy="31457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419536">
                      <a:extLst>
                        <a:ext uri="{9D8B030D-6E8A-4147-A177-3AD203B41FA5}">
                          <a16:colId xmlns:a16="http://schemas.microsoft.com/office/drawing/2014/main" val="1360380674"/>
                        </a:ext>
                      </a:extLst>
                    </a:gridCol>
                    <a:gridCol w="3419536">
                      <a:extLst>
                        <a:ext uri="{9D8B030D-6E8A-4147-A177-3AD203B41FA5}">
                          <a16:colId xmlns:a16="http://schemas.microsoft.com/office/drawing/2014/main" val="3603846786"/>
                        </a:ext>
                      </a:extLst>
                    </a:gridCol>
                    <a:gridCol w="3419536">
                      <a:extLst>
                        <a:ext uri="{9D8B030D-6E8A-4147-A177-3AD203B41FA5}">
                          <a16:colId xmlns:a16="http://schemas.microsoft.com/office/drawing/2014/main" val="3649707148"/>
                        </a:ext>
                      </a:extLst>
                    </a:gridCol>
                  </a:tblGrid>
                  <a:tr h="6215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Technique utilisée</a:t>
                          </a:r>
                        </a:p>
                      </a:txBody>
                      <a:tcPr marL="87464" marR="874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Spectrophotométrie</a:t>
                          </a:r>
                        </a:p>
                      </a:txBody>
                      <a:tcPr marL="87464" marR="874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Conductimétrie</a:t>
                          </a:r>
                        </a:p>
                      </a:txBody>
                      <a:tcPr marL="87464" marR="87464" anchor="ctr"/>
                    </a:tc>
                    <a:extLst>
                      <a:ext uri="{0D108BD9-81ED-4DB2-BD59-A6C34878D82A}">
                        <a16:rowId xmlns:a16="http://schemas.microsoft.com/office/drawing/2014/main" val="871676685"/>
                      </a:ext>
                    </a:extLst>
                  </a:tr>
                  <a:tr h="6215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Phénomène physique</a:t>
                          </a:r>
                        </a:p>
                      </a:txBody>
                      <a:tcPr marL="87464" marR="8746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/>
                            <a:t>Absorption de la lumière</a:t>
                          </a:r>
                        </a:p>
                      </a:txBody>
                      <a:tcPr marL="87464" marR="8746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/>
                            <a:t>Conduction du courant</a:t>
                          </a:r>
                        </a:p>
                      </a:txBody>
                      <a:tcPr marL="87464" marR="87464" anchor="ctr"/>
                    </a:tc>
                    <a:extLst>
                      <a:ext uri="{0D108BD9-81ED-4DB2-BD59-A6C34878D82A}">
                        <a16:rowId xmlns:a16="http://schemas.microsoft.com/office/drawing/2014/main" val="2467723533"/>
                      </a:ext>
                    </a:extLst>
                  </a:tr>
                  <a:tr h="6457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Relation</a:t>
                          </a:r>
                        </a:p>
                      </a:txBody>
                      <a:tcPr marL="87464" marR="874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i="0" dirty="0">
                              <a:latin typeface="Cambria Math" panose="02040503050406030204" pitchFamily="18" charset="0"/>
                            </a:rPr>
                            <a:t>Loi de Beer-Lambert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×[</m:t>
                                </m:r>
                                <m:r>
                                  <m:rPr>
                                    <m:nor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bleu</m:t>
                                </m:r>
                                <m:r>
                                  <m:rPr>
                                    <m:nor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131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marL="87464" marR="8746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b="1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Loi de Kohlrausch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fr-F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Na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fr-FR" b="0" i="0" baseline="3000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m:rPr>
                                    <m:nor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m:rPr>
                                    <m:nor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Na</m:t>
                                </m:r>
                                <m:r>
                                  <m:rPr>
                                    <m:nor/>
                                  </m:rPr>
                                  <a:rPr lang="fr-FR" b="0" i="0" baseline="30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]+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fr-F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Cl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fr-FR" b="0" i="0" baseline="3000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m:rPr>
                                    <m:nor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m:rPr>
                                    <m:nor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Cl</m:t>
                                </m:r>
                                <m:r>
                                  <m:rPr>
                                    <m:nor/>
                                  </m:rPr>
                                  <a:rPr lang="fr-FR" b="0" i="0" baseline="30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marL="87464" marR="87464" anchor="ctr"/>
                    </a:tc>
                    <a:extLst>
                      <a:ext uri="{0D108BD9-81ED-4DB2-BD59-A6C34878D82A}">
                        <a16:rowId xmlns:a16="http://schemas.microsoft.com/office/drawing/2014/main" val="1146175333"/>
                      </a:ext>
                    </a:extLst>
                  </a:tr>
                  <a:tr h="6215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Grandeur mesurée</a:t>
                          </a:r>
                        </a:p>
                      </a:txBody>
                      <a:tcPr marL="87464" marR="874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marL="87464" marR="874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marL="87464" marR="87464" anchor="ctr"/>
                    </a:tc>
                    <a:extLst>
                      <a:ext uri="{0D108BD9-81ED-4DB2-BD59-A6C34878D82A}">
                        <a16:rowId xmlns:a16="http://schemas.microsoft.com/office/drawing/2014/main" val="2725511026"/>
                      </a:ext>
                    </a:extLst>
                  </a:tr>
                  <a:tr h="6215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Grandeur molaire associée</a:t>
                          </a:r>
                        </a:p>
                      </a:txBody>
                      <a:tcPr marL="87464" marR="874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marL="87464" marR="874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marL="87464" marR="87464" anchor="ctr"/>
                    </a:tc>
                    <a:extLst>
                      <a:ext uri="{0D108BD9-81ED-4DB2-BD59-A6C34878D82A}">
                        <a16:rowId xmlns:a16="http://schemas.microsoft.com/office/drawing/2014/main" val="78218373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Espace réservé du contenu 3">
                <a:extLst>
                  <a:ext uri="{FF2B5EF4-FFF2-40B4-BE49-F238E27FC236}">
                    <a16:creationId xmlns:a16="http://schemas.microsoft.com/office/drawing/2014/main" id="{6C2296CB-ABB4-45CE-84C4-344FAC4BC1B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59148956"/>
                  </p:ext>
                </p:extLst>
              </p:nvPr>
            </p:nvGraphicFramePr>
            <p:xfrm>
              <a:off x="1096962" y="1846263"/>
              <a:ext cx="10258608" cy="31457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419536">
                      <a:extLst>
                        <a:ext uri="{9D8B030D-6E8A-4147-A177-3AD203B41FA5}">
                          <a16:colId xmlns:a16="http://schemas.microsoft.com/office/drawing/2014/main" val="1360380674"/>
                        </a:ext>
                      </a:extLst>
                    </a:gridCol>
                    <a:gridCol w="3419536">
                      <a:extLst>
                        <a:ext uri="{9D8B030D-6E8A-4147-A177-3AD203B41FA5}">
                          <a16:colId xmlns:a16="http://schemas.microsoft.com/office/drawing/2014/main" val="3603846786"/>
                        </a:ext>
                      </a:extLst>
                    </a:gridCol>
                    <a:gridCol w="3419536">
                      <a:extLst>
                        <a:ext uri="{9D8B030D-6E8A-4147-A177-3AD203B41FA5}">
                          <a16:colId xmlns:a16="http://schemas.microsoft.com/office/drawing/2014/main" val="3649707148"/>
                        </a:ext>
                      </a:extLst>
                    </a:gridCol>
                  </a:tblGrid>
                  <a:tr h="6215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Technique utilisée</a:t>
                          </a:r>
                        </a:p>
                      </a:txBody>
                      <a:tcPr marL="87464" marR="874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Spectrophotométrie</a:t>
                          </a:r>
                        </a:p>
                      </a:txBody>
                      <a:tcPr marL="87464" marR="874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Conductimétrie</a:t>
                          </a:r>
                        </a:p>
                      </a:txBody>
                      <a:tcPr marL="87464" marR="87464" anchor="ctr"/>
                    </a:tc>
                    <a:extLst>
                      <a:ext uri="{0D108BD9-81ED-4DB2-BD59-A6C34878D82A}">
                        <a16:rowId xmlns:a16="http://schemas.microsoft.com/office/drawing/2014/main" val="871676685"/>
                      </a:ext>
                    </a:extLst>
                  </a:tr>
                  <a:tr h="6215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Phénomène physique</a:t>
                          </a:r>
                        </a:p>
                      </a:txBody>
                      <a:tcPr marL="87464" marR="8746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/>
                            <a:t>Absorption de la lumière</a:t>
                          </a:r>
                        </a:p>
                      </a:txBody>
                      <a:tcPr marL="87464" marR="8746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/>
                            <a:t>Conduction du courant</a:t>
                          </a:r>
                        </a:p>
                      </a:txBody>
                      <a:tcPr marL="87464" marR="87464" anchor="ctr"/>
                    </a:tc>
                    <a:extLst>
                      <a:ext uri="{0D108BD9-81ED-4DB2-BD59-A6C34878D82A}">
                        <a16:rowId xmlns:a16="http://schemas.microsoft.com/office/drawing/2014/main" val="2467723533"/>
                      </a:ext>
                    </a:extLst>
                  </a:tr>
                  <a:tr h="6596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Relation</a:t>
                          </a:r>
                        </a:p>
                      </a:txBody>
                      <a:tcPr marL="87464" marR="87464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87464" marR="87464" anchor="ctr">
                        <a:blipFill>
                          <a:blip r:embed="rId2"/>
                          <a:stretch>
                            <a:fillRect l="-100000" t="-188073" r="-100534" b="-1889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87464" marR="87464" anchor="ctr">
                        <a:blipFill>
                          <a:blip r:embed="rId2"/>
                          <a:stretch>
                            <a:fillRect l="-200357" t="-188073" r="-713" b="-1889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6175333"/>
                      </a:ext>
                    </a:extLst>
                  </a:tr>
                  <a:tr h="6215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Grandeur mesurée</a:t>
                          </a:r>
                        </a:p>
                      </a:txBody>
                      <a:tcPr marL="87464" marR="87464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87464" marR="87464" anchor="ctr">
                        <a:blipFill>
                          <a:blip r:embed="rId2"/>
                          <a:stretch>
                            <a:fillRect l="-100000" t="-307843" r="-100534" b="-1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87464" marR="87464" anchor="ctr">
                        <a:blipFill>
                          <a:blip r:embed="rId2"/>
                          <a:stretch>
                            <a:fillRect l="-200357" t="-307843" r="-713" b="-1019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5511026"/>
                      </a:ext>
                    </a:extLst>
                  </a:tr>
                  <a:tr h="6215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Grandeur molaire associée</a:t>
                          </a:r>
                        </a:p>
                      </a:txBody>
                      <a:tcPr marL="87464" marR="87464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87464" marR="87464" anchor="ctr">
                        <a:blipFill>
                          <a:blip r:embed="rId2"/>
                          <a:stretch>
                            <a:fillRect l="-100000" t="-407843" r="-100534" b="-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87464" marR="87464" anchor="ctr">
                        <a:blipFill>
                          <a:blip r:embed="rId2"/>
                          <a:stretch>
                            <a:fillRect l="-200357" t="-407843" r="-713" b="-19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218373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91139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DAAA3B-1A55-44AF-B59C-3B3792943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 du conductimètre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959B3668-02B5-45DD-810B-441EE1931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1495" y="1846263"/>
            <a:ext cx="4009335" cy="4022725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062A3CC5-1282-469E-A8AA-71AFF10934B7}"/>
              </a:ext>
            </a:extLst>
          </p:cNvPr>
          <p:cNvGrpSpPr/>
          <p:nvPr/>
        </p:nvGrpSpPr>
        <p:grpSpPr>
          <a:xfrm>
            <a:off x="2563907" y="2298998"/>
            <a:ext cx="3074894" cy="923330"/>
            <a:chOff x="1739153" y="2433935"/>
            <a:chExt cx="3074894" cy="923330"/>
          </a:xfrm>
        </p:grpSpPr>
        <p:cxnSp>
          <p:nvCxnSpPr>
            <p:cNvPr id="7" name="Connecteur droit avec flèche 6">
              <a:extLst>
                <a:ext uri="{FF2B5EF4-FFF2-40B4-BE49-F238E27FC236}">
                  <a16:creationId xmlns:a16="http://schemas.microsoft.com/office/drawing/2014/main" id="{C6ABC2E7-7D68-4DB2-9652-31416A663FB3}"/>
                </a:ext>
              </a:extLst>
            </p:cNvPr>
            <p:cNvCxnSpPr>
              <a:cxnSpLocks/>
            </p:cNvCxnSpPr>
            <p:nvPr/>
          </p:nvCxnSpPr>
          <p:spPr>
            <a:xfrm>
              <a:off x="3792071" y="2895600"/>
              <a:ext cx="102197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E3FD6226-935B-47ED-A8D9-CBB1A27BDD38}"/>
                </a:ext>
              </a:extLst>
            </p:cNvPr>
            <p:cNvSpPr txBox="1"/>
            <p:nvPr/>
          </p:nvSpPr>
          <p:spPr>
            <a:xfrm>
              <a:off x="1739153" y="2433935"/>
              <a:ext cx="2052918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dirty="0"/>
                <a:t>Passage d’un courant : existence d’une résistance</a:t>
              </a: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5A26A84D-0272-4741-B8F4-87A393099CC4}"/>
              </a:ext>
            </a:extLst>
          </p:cNvPr>
          <p:cNvGrpSpPr/>
          <p:nvPr/>
        </p:nvGrpSpPr>
        <p:grpSpPr>
          <a:xfrm>
            <a:off x="2357719" y="5193691"/>
            <a:ext cx="3747247" cy="369332"/>
            <a:chOff x="1532965" y="5328628"/>
            <a:chExt cx="3747247" cy="369332"/>
          </a:xfrm>
        </p:grpSpPr>
        <p:cxnSp>
          <p:nvCxnSpPr>
            <p:cNvPr id="6" name="Connecteur droit avec flèche 5">
              <a:extLst>
                <a:ext uri="{FF2B5EF4-FFF2-40B4-BE49-F238E27FC236}">
                  <a16:creationId xmlns:a16="http://schemas.microsoft.com/office/drawing/2014/main" id="{1CC6B2A3-5C18-4102-9625-E88481A93060}"/>
                </a:ext>
              </a:extLst>
            </p:cNvPr>
            <p:cNvCxnSpPr/>
            <p:nvPr/>
          </p:nvCxnSpPr>
          <p:spPr>
            <a:xfrm>
              <a:off x="3370729" y="5513294"/>
              <a:ext cx="190948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36B8A637-822E-4776-B62A-5831527A0327}"/>
                </a:ext>
              </a:extLst>
            </p:cNvPr>
            <p:cNvSpPr txBox="1"/>
            <p:nvPr/>
          </p:nvSpPr>
          <p:spPr>
            <a:xfrm>
              <a:off x="1532965" y="5328628"/>
              <a:ext cx="183776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dirty="0"/>
                <a:t>Ions positifs : Na</a:t>
              </a:r>
              <a:r>
                <a:rPr lang="fr-FR" baseline="30000" dirty="0"/>
                <a:t>+</a:t>
              </a: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0146B215-E897-48CF-8906-026BBFB88723}"/>
              </a:ext>
            </a:extLst>
          </p:cNvPr>
          <p:cNvGrpSpPr/>
          <p:nvPr/>
        </p:nvGrpSpPr>
        <p:grpSpPr>
          <a:xfrm>
            <a:off x="6517343" y="5606067"/>
            <a:ext cx="3782074" cy="369332"/>
            <a:chOff x="5692589" y="5741004"/>
            <a:chExt cx="3782074" cy="369332"/>
          </a:xfrm>
        </p:grpSpPr>
        <p:cxnSp>
          <p:nvCxnSpPr>
            <p:cNvPr id="9" name="Connecteur droit avec flèche 8">
              <a:extLst>
                <a:ext uri="{FF2B5EF4-FFF2-40B4-BE49-F238E27FC236}">
                  <a16:creationId xmlns:a16="http://schemas.microsoft.com/office/drawing/2014/main" id="{618FD0EF-A030-4400-83C5-DE34682737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92589" y="5925670"/>
              <a:ext cx="201705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A741C542-4653-4D46-ACE7-7363BC41715F}"/>
                </a:ext>
              </a:extLst>
            </p:cNvPr>
            <p:cNvSpPr txBox="1"/>
            <p:nvPr/>
          </p:nvSpPr>
          <p:spPr>
            <a:xfrm>
              <a:off x="7709646" y="5741004"/>
              <a:ext cx="1765017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dirty="0"/>
                <a:t>Ions négatifs : Cl</a:t>
              </a:r>
              <a:r>
                <a:rPr lang="fr-FR" baseline="30000" dirty="0"/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6185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392C01-3B3F-474F-AB89-140DE074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Dosage par étalonnage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AA94AD64-FE3A-4EF1-8430-374CD1EC9B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2738535"/>
              </p:ext>
            </p:extLst>
          </p:nvPr>
        </p:nvGraphicFramePr>
        <p:xfrm>
          <a:off x="2866464" y="1915271"/>
          <a:ext cx="6459072" cy="33769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96170">
                  <a:extLst>
                    <a:ext uri="{9D8B030D-6E8A-4147-A177-3AD203B41FA5}">
                      <a16:colId xmlns:a16="http://schemas.microsoft.com/office/drawing/2014/main" val="1340512531"/>
                    </a:ext>
                  </a:extLst>
                </a:gridCol>
                <a:gridCol w="4662902">
                  <a:extLst>
                    <a:ext uri="{9D8B030D-6E8A-4147-A177-3AD203B41FA5}">
                      <a16:colId xmlns:a16="http://schemas.microsoft.com/office/drawing/2014/main" val="2477712341"/>
                    </a:ext>
                  </a:extLst>
                </a:gridCol>
              </a:tblGrid>
              <a:tr h="67538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Type de dosage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Étalonnage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8141038"/>
                  </a:ext>
                </a:extLst>
              </a:tr>
              <a:tr h="67538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Méthode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Non destructrice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3548040"/>
                  </a:ext>
                </a:extLst>
              </a:tr>
              <a:tr h="67538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Suivi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Spectrophotométrique,</a:t>
                      </a:r>
                    </a:p>
                    <a:p>
                      <a:pPr algn="ctr"/>
                      <a:r>
                        <a:rPr lang="fr-FR" dirty="0"/>
                        <a:t>conductimétrique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0433245"/>
                  </a:ext>
                </a:extLst>
              </a:tr>
              <a:tr h="67538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dirty="0"/>
                        <a:t>Facile d’obtenir une concentration une fois l’étalonnage 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6641000"/>
                  </a:ext>
                </a:extLst>
              </a:tr>
              <a:tr h="67538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Inconvénients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Étalonnage long à réaliser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914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28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EE9C2A-2C25-42E0-A723-A64CEB2CE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Dispositif de titrage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B29964E0-D818-4828-83AA-967F87416A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6450"/>
          <a:stretch/>
        </p:blipFill>
        <p:spPr>
          <a:xfrm rot="5400000">
            <a:off x="682831" y="1933978"/>
            <a:ext cx="4455462" cy="396888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ED861D1-323C-49EA-821D-2D6A528F2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603" y="1690688"/>
            <a:ext cx="4603816" cy="445546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94A028A-0B59-460F-9D64-287A0BAC1344}"/>
              </a:ext>
            </a:extLst>
          </p:cNvPr>
          <p:cNvSpPr txBox="1"/>
          <p:nvPr/>
        </p:nvSpPr>
        <p:spPr>
          <a:xfrm>
            <a:off x="926120" y="6226834"/>
            <a:ext cx="3968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Dispositif général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F991E48-DD97-42DC-B622-D0E74F5B87C1}"/>
              </a:ext>
            </a:extLst>
          </p:cNvPr>
          <p:cNvSpPr txBox="1"/>
          <p:nvPr/>
        </p:nvSpPr>
        <p:spPr>
          <a:xfrm>
            <a:off x="7144596" y="6232162"/>
            <a:ext cx="3968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Dispositif pour conductimétrie</a:t>
            </a:r>
          </a:p>
        </p:txBody>
      </p:sp>
    </p:spTree>
    <p:extLst>
      <p:ext uri="{BB962C8B-B14F-4D97-AF65-F5344CB8AC3E}">
        <p14:creationId xmlns:p14="http://schemas.microsoft.com/office/powerpoint/2010/main" val="3991324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C2C472-426A-429E-8B56-9EF7F28D6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Dosage de </a:t>
            </a:r>
            <a:r>
              <a:rPr lang="fr-FR" dirty="0" err="1"/>
              <a:t>NaCl</a:t>
            </a:r>
            <a:r>
              <a:rPr lang="fr-FR" dirty="0"/>
              <a:t> dans un sérum physiologique</a:t>
            </a:r>
          </a:p>
        </p:txBody>
      </p: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4C68CF22-CE62-447E-8405-0E0E13BDDD36}"/>
              </a:ext>
            </a:extLst>
          </p:cNvPr>
          <p:cNvGrpSpPr/>
          <p:nvPr/>
        </p:nvGrpSpPr>
        <p:grpSpPr>
          <a:xfrm>
            <a:off x="838200" y="2052919"/>
            <a:ext cx="2124635" cy="3931304"/>
            <a:chOff x="1963271" y="3034947"/>
            <a:chExt cx="1598220" cy="2671369"/>
          </a:xfrm>
        </p:grpSpPr>
        <p:grpSp>
          <p:nvGrpSpPr>
            <p:cNvPr id="5" name="Grouper 836">
              <a:extLst>
                <a:ext uri="{FF2B5EF4-FFF2-40B4-BE49-F238E27FC236}">
                  <a16:creationId xmlns:a16="http://schemas.microsoft.com/office/drawing/2014/main" id="{2850F5AC-AED5-42A0-A168-2D2BAE8C0FDB}"/>
                </a:ext>
              </a:extLst>
            </p:cNvPr>
            <p:cNvGrpSpPr/>
            <p:nvPr/>
          </p:nvGrpSpPr>
          <p:grpSpPr>
            <a:xfrm>
              <a:off x="1963271" y="3105991"/>
              <a:ext cx="1598220" cy="2600325"/>
              <a:chOff x="0" y="0"/>
              <a:chExt cx="1278890" cy="2600325"/>
            </a:xfrm>
          </p:grpSpPr>
          <p:cxnSp>
            <p:nvCxnSpPr>
              <p:cNvPr id="15" name="Connecteur droit 14">
                <a:extLst>
                  <a:ext uri="{FF2B5EF4-FFF2-40B4-BE49-F238E27FC236}">
                    <a16:creationId xmlns:a16="http://schemas.microsoft.com/office/drawing/2014/main" id="{62E3C130-FCA6-4055-BBF9-844AFB3C337E}"/>
                  </a:ext>
                </a:extLst>
              </p:cNvPr>
              <p:cNvCxnSpPr/>
              <p:nvPr/>
            </p:nvCxnSpPr>
            <p:spPr>
              <a:xfrm>
                <a:off x="0" y="0"/>
                <a:ext cx="33020" cy="2600325"/>
              </a:xfrm>
              <a:prstGeom prst="line">
                <a:avLst/>
              </a:prstGeom>
              <a:ln w="38100" cmpd="sng">
                <a:solidFill>
                  <a:schemeClr val="tx1">
                    <a:lumMod val="85000"/>
                    <a:lumOff val="1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cteur droit 15">
                <a:extLst>
                  <a:ext uri="{FF2B5EF4-FFF2-40B4-BE49-F238E27FC236}">
                    <a16:creationId xmlns:a16="http://schemas.microsoft.com/office/drawing/2014/main" id="{411488BE-57B8-4F97-8BC9-17FA28C23642}"/>
                  </a:ext>
                </a:extLst>
              </p:cNvPr>
              <p:cNvCxnSpPr/>
              <p:nvPr/>
            </p:nvCxnSpPr>
            <p:spPr>
              <a:xfrm flipH="1">
                <a:off x="12700" y="2600325"/>
                <a:ext cx="1266190" cy="0"/>
              </a:xfrm>
              <a:prstGeom prst="line">
                <a:avLst/>
              </a:prstGeom>
              <a:ln w="38100" cmpd="sng">
                <a:solidFill>
                  <a:schemeClr val="tx1">
                    <a:lumMod val="85000"/>
                    <a:lumOff val="1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er 45">
              <a:extLst>
                <a:ext uri="{FF2B5EF4-FFF2-40B4-BE49-F238E27FC236}">
                  <a16:creationId xmlns:a16="http://schemas.microsoft.com/office/drawing/2014/main" id="{0713A6A0-659E-4CE8-BD09-43171A219925}"/>
                </a:ext>
              </a:extLst>
            </p:cNvPr>
            <p:cNvGrpSpPr/>
            <p:nvPr/>
          </p:nvGrpSpPr>
          <p:grpSpPr>
            <a:xfrm>
              <a:off x="2367056" y="5283911"/>
              <a:ext cx="1143000" cy="363855"/>
              <a:chOff x="0" y="0"/>
              <a:chExt cx="1143000" cy="363855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478FA81-F0E4-4BE4-A364-CB14798BE765}"/>
                  </a:ext>
                </a:extLst>
              </p:cNvPr>
              <p:cNvSpPr/>
              <p:nvPr/>
            </p:nvSpPr>
            <p:spPr>
              <a:xfrm>
                <a:off x="0" y="0"/>
                <a:ext cx="1143000" cy="363855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372F083D-3AD6-4F01-8C52-7669FD487059}"/>
                  </a:ext>
                </a:extLst>
              </p:cNvPr>
              <p:cNvSpPr/>
              <p:nvPr/>
            </p:nvSpPr>
            <p:spPr>
              <a:xfrm>
                <a:off x="114300" y="114300"/>
                <a:ext cx="114300" cy="13525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20" name="Grouper 444">
              <a:extLst>
                <a:ext uri="{FF2B5EF4-FFF2-40B4-BE49-F238E27FC236}">
                  <a16:creationId xmlns:a16="http://schemas.microsoft.com/office/drawing/2014/main" id="{067159CA-B7EE-4E32-8A3C-2425AAACC5AC}"/>
                </a:ext>
              </a:extLst>
            </p:cNvPr>
            <p:cNvGrpSpPr/>
            <p:nvPr/>
          </p:nvGrpSpPr>
          <p:grpSpPr>
            <a:xfrm>
              <a:off x="2652806" y="4459681"/>
              <a:ext cx="571500" cy="824230"/>
              <a:chOff x="-421" y="0"/>
              <a:chExt cx="571921" cy="824230"/>
            </a:xfrm>
          </p:grpSpPr>
          <p:sp>
            <p:nvSpPr>
              <p:cNvPr id="21" name="Arrondir un rectangle avec un coin du même côté 49">
                <a:extLst>
                  <a:ext uri="{FF2B5EF4-FFF2-40B4-BE49-F238E27FC236}">
                    <a16:creationId xmlns:a16="http://schemas.microsoft.com/office/drawing/2014/main" id="{AE1C0969-D108-4DAC-A44E-174DCBEAF117}"/>
                  </a:ext>
                </a:extLst>
              </p:cNvPr>
              <p:cNvSpPr/>
              <p:nvPr/>
            </p:nvSpPr>
            <p:spPr>
              <a:xfrm rot="10800000">
                <a:off x="-421" y="481330"/>
                <a:ext cx="571500" cy="342900"/>
              </a:xfrm>
              <a:prstGeom prst="round2Same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grpSp>
            <p:nvGrpSpPr>
              <p:cNvPr id="22" name="Grouper 441">
                <a:extLst>
                  <a:ext uri="{FF2B5EF4-FFF2-40B4-BE49-F238E27FC236}">
                    <a16:creationId xmlns:a16="http://schemas.microsoft.com/office/drawing/2014/main" id="{87CDF472-5BC6-4B56-AB5E-70D75CACE6B3}"/>
                  </a:ext>
                </a:extLst>
              </p:cNvPr>
              <p:cNvGrpSpPr/>
              <p:nvPr/>
            </p:nvGrpSpPr>
            <p:grpSpPr>
              <a:xfrm>
                <a:off x="0" y="0"/>
                <a:ext cx="571500" cy="824230"/>
                <a:chOff x="0" y="0"/>
                <a:chExt cx="571500" cy="824230"/>
              </a:xfrm>
            </p:grpSpPr>
            <p:sp>
              <p:nvSpPr>
                <p:cNvPr id="23" name="Arrondir un rectangle avec un coin du même côté 442">
                  <a:extLst>
                    <a:ext uri="{FF2B5EF4-FFF2-40B4-BE49-F238E27FC236}">
                      <a16:creationId xmlns:a16="http://schemas.microsoft.com/office/drawing/2014/main" id="{1D90CE9F-A73F-48F8-83B5-A9DF45EAD52D}"/>
                    </a:ext>
                  </a:extLst>
                </p:cNvPr>
                <p:cNvSpPr/>
                <p:nvPr/>
              </p:nvSpPr>
              <p:spPr>
                <a:xfrm rot="10800000">
                  <a:off x="0" y="24130"/>
                  <a:ext cx="571500" cy="800100"/>
                </a:xfrm>
                <a:prstGeom prst="round2Same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E4C3088F-9E7A-4EBB-A465-0A2ECF2DB09A}"/>
                    </a:ext>
                  </a:extLst>
                </p:cNvPr>
                <p:cNvSpPr/>
                <p:nvPr/>
              </p:nvSpPr>
              <p:spPr>
                <a:xfrm flipV="1">
                  <a:off x="0" y="0"/>
                  <a:ext cx="571500" cy="450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119753CF-E8A7-4D2A-9201-8D9DA126F2F0}"/>
                </a:ext>
              </a:extLst>
            </p:cNvPr>
            <p:cNvCxnSpPr/>
            <p:nvPr/>
          </p:nvCxnSpPr>
          <p:spPr>
            <a:xfrm flipV="1">
              <a:off x="1963271" y="3711389"/>
              <a:ext cx="938530" cy="6350"/>
            </a:xfrm>
            <a:prstGeom prst="line">
              <a:avLst/>
            </a:prstGeom>
            <a:ln w="19050" cmpd="sng">
              <a:solidFill>
                <a:schemeClr val="tx1"/>
              </a:solidFill>
              <a:headEnd type="diamond"/>
              <a:tailEnd type="diamon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à coins arrondis 46">
              <a:extLst>
                <a:ext uri="{FF2B5EF4-FFF2-40B4-BE49-F238E27FC236}">
                  <a16:creationId xmlns:a16="http://schemas.microsoft.com/office/drawing/2014/main" id="{DCAB7EA7-166E-4150-BA42-92ABACC083F0}"/>
                </a:ext>
              </a:extLst>
            </p:cNvPr>
            <p:cNvSpPr/>
            <p:nvPr/>
          </p:nvSpPr>
          <p:spPr>
            <a:xfrm>
              <a:off x="2824045" y="5220879"/>
              <a:ext cx="228600" cy="4508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80" name="Groupe 79">
              <a:extLst>
                <a:ext uri="{FF2B5EF4-FFF2-40B4-BE49-F238E27FC236}">
                  <a16:creationId xmlns:a16="http://schemas.microsoft.com/office/drawing/2014/main" id="{1B65FA19-1565-46A6-9BA4-8438685D3A1C}"/>
                </a:ext>
              </a:extLst>
            </p:cNvPr>
            <p:cNvGrpSpPr/>
            <p:nvPr/>
          </p:nvGrpSpPr>
          <p:grpSpPr>
            <a:xfrm>
              <a:off x="2784609" y="3034947"/>
              <a:ext cx="298451" cy="1633855"/>
              <a:chOff x="6073774" y="2665095"/>
              <a:chExt cx="298451" cy="1633855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DE1C807C-CC34-41D9-B689-58A3C185292C}"/>
                  </a:ext>
                </a:extLst>
              </p:cNvPr>
              <p:cNvSpPr/>
              <p:nvPr/>
            </p:nvSpPr>
            <p:spPr>
              <a:xfrm>
                <a:off x="6141720" y="2699385"/>
                <a:ext cx="137160" cy="1599565"/>
              </a:xfrm>
              <a:custGeom>
                <a:avLst/>
                <a:gdLst>
                  <a:gd name="connsiteX0" fmla="*/ 0 w 137160"/>
                  <a:gd name="connsiteY0" fmla="*/ 0 h 1493520"/>
                  <a:gd name="connsiteX1" fmla="*/ 137160 w 137160"/>
                  <a:gd name="connsiteY1" fmla="*/ 0 h 1493520"/>
                  <a:gd name="connsiteX2" fmla="*/ 137160 w 137160"/>
                  <a:gd name="connsiteY2" fmla="*/ 1493520 h 1493520"/>
                  <a:gd name="connsiteX3" fmla="*/ 0 w 137160"/>
                  <a:gd name="connsiteY3" fmla="*/ 1493520 h 1493520"/>
                  <a:gd name="connsiteX4" fmla="*/ 0 w 137160"/>
                  <a:gd name="connsiteY4" fmla="*/ 0 h 1493520"/>
                  <a:gd name="connsiteX0" fmla="*/ 0 w 137160"/>
                  <a:gd name="connsiteY0" fmla="*/ 0 h 1494790"/>
                  <a:gd name="connsiteX1" fmla="*/ 137160 w 137160"/>
                  <a:gd name="connsiteY1" fmla="*/ 0 h 1494790"/>
                  <a:gd name="connsiteX2" fmla="*/ 137160 w 137160"/>
                  <a:gd name="connsiteY2" fmla="*/ 1493520 h 1494790"/>
                  <a:gd name="connsiteX3" fmla="*/ 65405 w 137160"/>
                  <a:gd name="connsiteY3" fmla="*/ 1494790 h 1494790"/>
                  <a:gd name="connsiteX4" fmla="*/ 0 w 137160"/>
                  <a:gd name="connsiteY4" fmla="*/ 1493520 h 1494790"/>
                  <a:gd name="connsiteX5" fmla="*/ 0 w 137160"/>
                  <a:gd name="connsiteY5" fmla="*/ 0 h 1494790"/>
                  <a:gd name="connsiteX0" fmla="*/ 0 w 137160"/>
                  <a:gd name="connsiteY0" fmla="*/ 0 h 1551940"/>
                  <a:gd name="connsiteX1" fmla="*/ 137160 w 137160"/>
                  <a:gd name="connsiteY1" fmla="*/ 0 h 1551940"/>
                  <a:gd name="connsiteX2" fmla="*/ 137160 w 137160"/>
                  <a:gd name="connsiteY2" fmla="*/ 1493520 h 1551940"/>
                  <a:gd name="connsiteX3" fmla="*/ 71755 w 137160"/>
                  <a:gd name="connsiteY3" fmla="*/ 1551940 h 1551940"/>
                  <a:gd name="connsiteX4" fmla="*/ 0 w 137160"/>
                  <a:gd name="connsiteY4" fmla="*/ 1493520 h 1551940"/>
                  <a:gd name="connsiteX5" fmla="*/ 0 w 137160"/>
                  <a:gd name="connsiteY5" fmla="*/ 0 h 1551940"/>
                  <a:gd name="connsiteX0" fmla="*/ 0 w 137160"/>
                  <a:gd name="connsiteY0" fmla="*/ 0 h 1599565"/>
                  <a:gd name="connsiteX1" fmla="*/ 137160 w 137160"/>
                  <a:gd name="connsiteY1" fmla="*/ 0 h 1599565"/>
                  <a:gd name="connsiteX2" fmla="*/ 137160 w 137160"/>
                  <a:gd name="connsiteY2" fmla="*/ 1493520 h 1599565"/>
                  <a:gd name="connsiteX3" fmla="*/ 71755 w 137160"/>
                  <a:gd name="connsiteY3" fmla="*/ 1599565 h 1599565"/>
                  <a:gd name="connsiteX4" fmla="*/ 0 w 137160"/>
                  <a:gd name="connsiteY4" fmla="*/ 1493520 h 1599565"/>
                  <a:gd name="connsiteX5" fmla="*/ 0 w 137160"/>
                  <a:gd name="connsiteY5" fmla="*/ 0 h 1599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7160" h="1599565">
                    <a:moveTo>
                      <a:pt x="0" y="0"/>
                    </a:moveTo>
                    <a:lnTo>
                      <a:pt x="137160" y="0"/>
                    </a:lnTo>
                    <a:lnTo>
                      <a:pt x="137160" y="1493520"/>
                    </a:lnTo>
                    <a:lnTo>
                      <a:pt x="71755" y="1599565"/>
                    </a:lnTo>
                    <a:lnTo>
                      <a:pt x="0" y="149352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fr-FR" sz="12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fr-FR" sz="1200">
                  <a:effectLst/>
                  <a:ea typeface="MS Mincho" panose="020B0400000000000000" pitchFamily="49" charset="-128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5" name="Grouper 256">
                <a:extLst>
                  <a:ext uri="{FF2B5EF4-FFF2-40B4-BE49-F238E27FC236}">
                    <a16:creationId xmlns:a16="http://schemas.microsoft.com/office/drawing/2014/main" id="{7EAC8F83-9BC5-49A8-B24A-EE0E2BFD42AD}"/>
                  </a:ext>
                </a:extLst>
              </p:cNvPr>
              <p:cNvGrpSpPr/>
              <p:nvPr/>
            </p:nvGrpSpPr>
            <p:grpSpPr>
              <a:xfrm>
                <a:off x="6223000" y="3632832"/>
                <a:ext cx="55880" cy="248920"/>
                <a:chOff x="571500" y="1910444"/>
                <a:chExt cx="251460" cy="457200"/>
              </a:xfrm>
            </p:grpSpPr>
            <p:cxnSp>
              <p:nvCxnSpPr>
                <p:cNvPr id="54" name="Connecteur droit 53">
                  <a:extLst>
                    <a:ext uri="{FF2B5EF4-FFF2-40B4-BE49-F238E27FC236}">
                      <a16:creationId xmlns:a16="http://schemas.microsoft.com/office/drawing/2014/main" id="{9EDE7C65-B6F1-4509-8C4B-33CDA724A7F3}"/>
                    </a:ext>
                  </a:extLst>
                </p:cNvPr>
                <p:cNvCxnSpPr/>
                <p:nvPr/>
              </p:nvCxnSpPr>
              <p:spPr>
                <a:xfrm>
                  <a:off x="571500" y="1910444"/>
                  <a:ext cx="2514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necteur droit 54">
                  <a:extLst>
                    <a:ext uri="{FF2B5EF4-FFF2-40B4-BE49-F238E27FC236}">
                      <a16:creationId xmlns:a16="http://schemas.microsoft.com/office/drawing/2014/main" id="{FB43B06B-AE22-43ED-B732-DA26359363AD}"/>
                    </a:ext>
                  </a:extLst>
                </p:cNvPr>
                <p:cNvCxnSpPr/>
                <p:nvPr/>
              </p:nvCxnSpPr>
              <p:spPr>
                <a:xfrm>
                  <a:off x="685800" y="23676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necteur droit 55">
                  <a:extLst>
                    <a:ext uri="{FF2B5EF4-FFF2-40B4-BE49-F238E27FC236}">
                      <a16:creationId xmlns:a16="http://schemas.microsoft.com/office/drawing/2014/main" id="{2D50B945-ED2A-4161-BD5B-342A4ABA8BAD}"/>
                    </a:ext>
                  </a:extLst>
                </p:cNvPr>
                <p:cNvCxnSpPr/>
                <p:nvPr/>
              </p:nvCxnSpPr>
              <p:spPr>
                <a:xfrm>
                  <a:off x="685800" y="22533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necteur droit 56">
                  <a:extLst>
                    <a:ext uri="{FF2B5EF4-FFF2-40B4-BE49-F238E27FC236}">
                      <a16:creationId xmlns:a16="http://schemas.microsoft.com/office/drawing/2014/main" id="{7B438E5D-8FA6-417F-805D-6B98DCEA8D68}"/>
                    </a:ext>
                  </a:extLst>
                </p:cNvPr>
                <p:cNvCxnSpPr/>
                <p:nvPr/>
              </p:nvCxnSpPr>
              <p:spPr>
                <a:xfrm>
                  <a:off x="685800" y="21390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Connecteur droit 57">
                  <a:extLst>
                    <a:ext uri="{FF2B5EF4-FFF2-40B4-BE49-F238E27FC236}">
                      <a16:creationId xmlns:a16="http://schemas.microsoft.com/office/drawing/2014/main" id="{6EFB16DB-874D-4971-A947-DB5CE81FE208}"/>
                    </a:ext>
                  </a:extLst>
                </p:cNvPr>
                <p:cNvCxnSpPr/>
                <p:nvPr/>
              </p:nvCxnSpPr>
              <p:spPr>
                <a:xfrm>
                  <a:off x="685800" y="20247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" name="Grouper 268">
                <a:extLst>
                  <a:ext uri="{FF2B5EF4-FFF2-40B4-BE49-F238E27FC236}">
                    <a16:creationId xmlns:a16="http://schemas.microsoft.com/office/drawing/2014/main" id="{B594B68E-C12D-4CAC-B240-A4BA799271D5}"/>
                  </a:ext>
                </a:extLst>
              </p:cNvPr>
              <p:cNvGrpSpPr/>
              <p:nvPr/>
            </p:nvGrpSpPr>
            <p:grpSpPr>
              <a:xfrm>
                <a:off x="6223000" y="3321683"/>
                <a:ext cx="55880" cy="248920"/>
                <a:chOff x="571500" y="1338944"/>
                <a:chExt cx="251460" cy="457200"/>
              </a:xfrm>
            </p:grpSpPr>
            <p:cxnSp>
              <p:nvCxnSpPr>
                <p:cNvPr id="44" name="Connecteur droit 43">
                  <a:extLst>
                    <a:ext uri="{FF2B5EF4-FFF2-40B4-BE49-F238E27FC236}">
                      <a16:creationId xmlns:a16="http://schemas.microsoft.com/office/drawing/2014/main" id="{06D2F16B-FF61-4220-A397-4EC61D77110A}"/>
                    </a:ext>
                  </a:extLst>
                </p:cNvPr>
                <p:cNvCxnSpPr/>
                <p:nvPr/>
              </p:nvCxnSpPr>
              <p:spPr>
                <a:xfrm>
                  <a:off x="571500" y="1338944"/>
                  <a:ext cx="2514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Connecteur droit 44">
                  <a:extLst>
                    <a:ext uri="{FF2B5EF4-FFF2-40B4-BE49-F238E27FC236}">
                      <a16:creationId xmlns:a16="http://schemas.microsoft.com/office/drawing/2014/main" id="{F9E8DD88-4117-48CE-931B-99C092D03B16}"/>
                    </a:ext>
                  </a:extLst>
                </p:cNvPr>
                <p:cNvCxnSpPr/>
                <p:nvPr/>
              </p:nvCxnSpPr>
              <p:spPr>
                <a:xfrm>
                  <a:off x="685800" y="17961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Connecteur droit 45">
                  <a:extLst>
                    <a:ext uri="{FF2B5EF4-FFF2-40B4-BE49-F238E27FC236}">
                      <a16:creationId xmlns:a16="http://schemas.microsoft.com/office/drawing/2014/main" id="{4DD80C47-2D1F-44A2-8B49-323198B6E825}"/>
                    </a:ext>
                  </a:extLst>
                </p:cNvPr>
                <p:cNvCxnSpPr/>
                <p:nvPr/>
              </p:nvCxnSpPr>
              <p:spPr>
                <a:xfrm>
                  <a:off x="685800" y="16818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Connecteur droit 46">
                  <a:extLst>
                    <a:ext uri="{FF2B5EF4-FFF2-40B4-BE49-F238E27FC236}">
                      <a16:creationId xmlns:a16="http://schemas.microsoft.com/office/drawing/2014/main" id="{09908ED1-7AC8-4809-AA6D-2847BCC0401B}"/>
                    </a:ext>
                  </a:extLst>
                </p:cNvPr>
                <p:cNvCxnSpPr/>
                <p:nvPr/>
              </p:nvCxnSpPr>
              <p:spPr>
                <a:xfrm>
                  <a:off x="685800" y="15675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Connecteur droit 47">
                  <a:extLst>
                    <a:ext uri="{FF2B5EF4-FFF2-40B4-BE49-F238E27FC236}">
                      <a16:creationId xmlns:a16="http://schemas.microsoft.com/office/drawing/2014/main" id="{F451BE19-E36B-45ED-909D-55F19029B1A3}"/>
                    </a:ext>
                  </a:extLst>
                </p:cNvPr>
                <p:cNvCxnSpPr/>
                <p:nvPr/>
              </p:nvCxnSpPr>
              <p:spPr>
                <a:xfrm>
                  <a:off x="685800" y="14532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" name="Grouper 274">
                <a:extLst>
                  <a:ext uri="{FF2B5EF4-FFF2-40B4-BE49-F238E27FC236}">
                    <a16:creationId xmlns:a16="http://schemas.microsoft.com/office/drawing/2014/main" id="{6AA2B75F-50F6-4AAB-826E-A3231A6F00C5}"/>
                  </a:ext>
                </a:extLst>
              </p:cNvPr>
              <p:cNvGrpSpPr/>
              <p:nvPr/>
            </p:nvGrpSpPr>
            <p:grpSpPr>
              <a:xfrm>
                <a:off x="6223000" y="3010533"/>
                <a:ext cx="55880" cy="248920"/>
                <a:chOff x="571500" y="767444"/>
                <a:chExt cx="251460" cy="457200"/>
              </a:xfrm>
            </p:grpSpPr>
            <p:cxnSp>
              <p:nvCxnSpPr>
                <p:cNvPr id="39" name="Connecteur droit 38">
                  <a:extLst>
                    <a:ext uri="{FF2B5EF4-FFF2-40B4-BE49-F238E27FC236}">
                      <a16:creationId xmlns:a16="http://schemas.microsoft.com/office/drawing/2014/main" id="{88484BDD-1D2A-4D42-BF2D-FA386AB881DF}"/>
                    </a:ext>
                  </a:extLst>
                </p:cNvPr>
                <p:cNvCxnSpPr/>
                <p:nvPr/>
              </p:nvCxnSpPr>
              <p:spPr>
                <a:xfrm>
                  <a:off x="571500" y="767444"/>
                  <a:ext cx="2514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necteur droit 39">
                  <a:extLst>
                    <a:ext uri="{FF2B5EF4-FFF2-40B4-BE49-F238E27FC236}">
                      <a16:creationId xmlns:a16="http://schemas.microsoft.com/office/drawing/2014/main" id="{6FB77FD6-4CF1-4D70-9799-819283E58A61}"/>
                    </a:ext>
                  </a:extLst>
                </p:cNvPr>
                <p:cNvCxnSpPr/>
                <p:nvPr/>
              </p:nvCxnSpPr>
              <p:spPr>
                <a:xfrm>
                  <a:off x="685800" y="12246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Connecteur droit 40">
                  <a:extLst>
                    <a:ext uri="{FF2B5EF4-FFF2-40B4-BE49-F238E27FC236}">
                      <a16:creationId xmlns:a16="http://schemas.microsoft.com/office/drawing/2014/main" id="{4ED3DE7C-B0DF-451E-8ADF-BD9BC1F3C9A9}"/>
                    </a:ext>
                  </a:extLst>
                </p:cNvPr>
                <p:cNvCxnSpPr/>
                <p:nvPr/>
              </p:nvCxnSpPr>
              <p:spPr>
                <a:xfrm>
                  <a:off x="685800" y="11103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onnecteur droit 41">
                  <a:extLst>
                    <a:ext uri="{FF2B5EF4-FFF2-40B4-BE49-F238E27FC236}">
                      <a16:creationId xmlns:a16="http://schemas.microsoft.com/office/drawing/2014/main" id="{7ACD2C8F-4015-435D-85CE-575AF130034B}"/>
                    </a:ext>
                  </a:extLst>
                </p:cNvPr>
                <p:cNvCxnSpPr/>
                <p:nvPr/>
              </p:nvCxnSpPr>
              <p:spPr>
                <a:xfrm>
                  <a:off x="685800" y="9960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Connecteur droit 42">
                  <a:extLst>
                    <a:ext uri="{FF2B5EF4-FFF2-40B4-BE49-F238E27FC236}">
                      <a16:creationId xmlns:a16="http://schemas.microsoft.com/office/drawing/2014/main" id="{D36B243C-1353-48DC-957E-ABCC4BE82117}"/>
                    </a:ext>
                  </a:extLst>
                </p:cNvPr>
                <p:cNvCxnSpPr/>
                <p:nvPr/>
              </p:nvCxnSpPr>
              <p:spPr>
                <a:xfrm>
                  <a:off x="685800" y="8817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Connecteur droit 32">
                <a:extLst>
                  <a:ext uri="{FF2B5EF4-FFF2-40B4-BE49-F238E27FC236}">
                    <a16:creationId xmlns:a16="http://schemas.microsoft.com/office/drawing/2014/main" id="{7FF81111-2CBB-40A0-9160-C50EA73A6885}"/>
                  </a:ext>
                </a:extLst>
              </p:cNvPr>
              <p:cNvCxnSpPr/>
              <p:nvPr/>
            </p:nvCxnSpPr>
            <p:spPr>
              <a:xfrm flipH="1">
                <a:off x="6141720" y="3544192"/>
                <a:ext cx="137160" cy="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872207E-8C8B-41C4-A81E-10CF3B5B6B0A}"/>
                  </a:ext>
                </a:extLst>
              </p:cNvPr>
              <p:cNvSpPr/>
              <p:nvPr/>
            </p:nvSpPr>
            <p:spPr>
              <a:xfrm>
                <a:off x="6114098" y="2665095"/>
                <a:ext cx="191453" cy="6790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grpSp>
            <p:nvGrpSpPr>
              <p:cNvPr id="79" name="Groupe 78">
                <a:extLst>
                  <a:ext uri="{FF2B5EF4-FFF2-40B4-BE49-F238E27FC236}">
                    <a16:creationId xmlns:a16="http://schemas.microsoft.com/office/drawing/2014/main" id="{D4453FDD-6CFE-4B26-8EBC-E52B9EDC3555}"/>
                  </a:ext>
                </a:extLst>
              </p:cNvPr>
              <p:cNvGrpSpPr/>
              <p:nvPr/>
            </p:nvGrpSpPr>
            <p:grpSpPr>
              <a:xfrm>
                <a:off x="6073774" y="3957001"/>
                <a:ext cx="298451" cy="142241"/>
                <a:chOff x="6127750" y="4239260"/>
                <a:chExt cx="298451" cy="142241"/>
              </a:xfrm>
            </p:grpSpPr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D2D24F6D-4666-479A-B013-487BF49F4A16}"/>
                    </a:ext>
                  </a:extLst>
                </p:cNvPr>
                <p:cNvSpPr/>
                <p:nvPr/>
              </p:nvSpPr>
              <p:spPr>
                <a:xfrm>
                  <a:off x="6127750" y="4285870"/>
                  <a:ext cx="239601" cy="57057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78" name="Ellipse 77">
                  <a:extLst>
                    <a:ext uri="{FF2B5EF4-FFF2-40B4-BE49-F238E27FC236}">
                      <a16:creationId xmlns:a16="http://schemas.microsoft.com/office/drawing/2014/main" id="{1646570F-A0D0-44C6-9CEA-65059E9180C5}"/>
                    </a:ext>
                  </a:extLst>
                </p:cNvPr>
                <p:cNvSpPr/>
                <p:nvPr/>
              </p:nvSpPr>
              <p:spPr>
                <a:xfrm>
                  <a:off x="6351588" y="4239260"/>
                  <a:ext cx="74613" cy="142241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</p:grp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ED4D5A60-8DCF-43E1-9172-5A5CBB8EB018}"/>
              </a:ext>
            </a:extLst>
          </p:cNvPr>
          <p:cNvCxnSpPr>
            <a:cxnSpLocks/>
          </p:cNvCxnSpPr>
          <p:nvPr/>
        </p:nvCxnSpPr>
        <p:spPr>
          <a:xfrm flipH="1">
            <a:off x="2085859" y="2561281"/>
            <a:ext cx="14238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7E6B8BC1-01BF-45B0-931E-086E7B01292E}"/>
              </a:ext>
            </a:extLst>
          </p:cNvPr>
          <p:cNvSpPr txBox="1"/>
          <p:nvPr/>
        </p:nvSpPr>
        <p:spPr>
          <a:xfrm>
            <a:off x="3509683" y="2238115"/>
            <a:ext cx="239357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Nitrate d’argent AgNO</a:t>
            </a:r>
            <a:r>
              <a:rPr lang="fr-FR" baseline="-25000" dirty="0"/>
              <a:t>3</a:t>
            </a:r>
          </a:p>
          <a:p>
            <a:r>
              <a:rPr lang="fr-FR" dirty="0"/>
              <a:t>C </a:t>
            </a:r>
            <a:r>
              <a:rPr lang="fr-FR"/>
              <a:t>= 0,1 mol/L</a:t>
            </a:r>
            <a:endParaRPr lang="fr-FR" dirty="0"/>
          </a:p>
        </p:txBody>
      </p:sp>
      <p:cxnSp>
        <p:nvCxnSpPr>
          <p:cNvPr id="88" name="Connecteur droit avec flèche 87">
            <a:extLst>
              <a:ext uri="{FF2B5EF4-FFF2-40B4-BE49-F238E27FC236}">
                <a16:creationId xmlns:a16="http://schemas.microsoft.com/office/drawing/2014/main" id="{30398486-4E61-4BE6-B4D1-90CDA4F74527}"/>
              </a:ext>
            </a:extLst>
          </p:cNvPr>
          <p:cNvCxnSpPr>
            <a:cxnSpLocks/>
          </p:cNvCxnSpPr>
          <p:nvPr/>
        </p:nvCxnSpPr>
        <p:spPr>
          <a:xfrm flipH="1">
            <a:off x="2085859" y="5028321"/>
            <a:ext cx="14238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ZoneTexte 88">
            <a:extLst>
              <a:ext uri="{FF2B5EF4-FFF2-40B4-BE49-F238E27FC236}">
                <a16:creationId xmlns:a16="http://schemas.microsoft.com/office/drawing/2014/main" id="{0724AC4B-BCBC-4793-AD66-1D6C2054EC1F}"/>
              </a:ext>
            </a:extLst>
          </p:cNvPr>
          <p:cNvSpPr txBox="1"/>
          <p:nvPr/>
        </p:nvSpPr>
        <p:spPr>
          <a:xfrm>
            <a:off x="3509683" y="4705155"/>
            <a:ext cx="239357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Solution de </a:t>
            </a:r>
            <a:r>
              <a:rPr lang="fr-FR" dirty="0" err="1"/>
              <a:t>NaCl</a:t>
            </a:r>
            <a:endParaRPr lang="fr-FR" baseline="-25000" dirty="0"/>
          </a:p>
          <a:p>
            <a:r>
              <a:rPr lang="fr-FR" dirty="0"/>
              <a:t>C = ??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ZoneTexte 47">
                <a:extLst>
                  <a:ext uri="{FF2B5EF4-FFF2-40B4-BE49-F238E27FC236}">
                    <a16:creationId xmlns:a16="http://schemas.microsoft.com/office/drawing/2014/main" id="{6AE06AAF-AB02-4B6F-B7AA-D679994DFA6F}"/>
                  </a:ext>
                </a:extLst>
              </p:cNvPr>
              <p:cNvSpPr txBox="1"/>
              <p:nvPr/>
            </p:nvSpPr>
            <p:spPr>
              <a:xfrm>
                <a:off x="6435338" y="2966258"/>
                <a:ext cx="49184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Ag</m:t>
                          </m:r>
                        </m:e>
                        <m:sup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Cl</m:t>
                          </m:r>
                        </m:e>
                        <m:sup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AgCl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fr-FR" sz="2800" dirty="0"/>
              </a:p>
            </p:txBody>
          </p:sp>
        </mc:Choice>
        <mc:Fallback>
          <p:sp>
            <p:nvSpPr>
              <p:cNvPr id="49" name="ZoneTexte 47">
                <a:extLst>
                  <a:ext uri="{FF2B5EF4-FFF2-40B4-BE49-F238E27FC236}">
                    <a16:creationId xmlns:a16="http://schemas.microsoft.com/office/drawing/2014/main" id="{6AE06AAF-AB02-4B6F-B7AA-D679994DF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338" y="2966258"/>
                <a:ext cx="4918462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ZoneTexte 48">
                <a:extLst>
                  <a:ext uri="{FF2B5EF4-FFF2-40B4-BE49-F238E27FC236}">
                    <a16:creationId xmlns:a16="http://schemas.microsoft.com/office/drawing/2014/main" id="{49F5A99F-E994-4F3A-8BA7-3ADDA5E90BCB}"/>
                  </a:ext>
                </a:extLst>
              </p:cNvPr>
              <p:cNvSpPr txBox="1"/>
              <p:nvPr/>
            </p:nvSpPr>
            <p:spPr>
              <a:xfrm>
                <a:off x="6435338" y="3949241"/>
                <a:ext cx="3663240" cy="731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2000" dirty="0"/>
                  <a:t>À l’équivalence,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>
          <p:sp>
            <p:nvSpPr>
              <p:cNvPr id="50" name="ZoneTexte 48">
                <a:extLst>
                  <a:ext uri="{FF2B5EF4-FFF2-40B4-BE49-F238E27FC236}">
                    <a16:creationId xmlns:a16="http://schemas.microsoft.com/office/drawing/2014/main" id="{49F5A99F-E994-4F3A-8BA7-3ADDA5E90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338" y="3949241"/>
                <a:ext cx="3663240" cy="731547"/>
              </a:xfrm>
              <a:prstGeom prst="rect">
                <a:avLst/>
              </a:prstGeom>
              <a:blipFill>
                <a:blip r:embed="rId3"/>
                <a:stretch>
                  <a:fillRect l="-1830" t="-5000" b="-2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914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5EF2EB-92DB-498E-A583-FF12A9827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Dosage de </a:t>
            </a:r>
            <a:r>
              <a:rPr lang="fr-FR" dirty="0" err="1"/>
              <a:t>NaCl</a:t>
            </a:r>
            <a:r>
              <a:rPr lang="fr-FR" dirty="0"/>
              <a:t> dans un sérum physiologique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Espace réservé du contenu 2">
                <a:extLst>
                  <a:ext uri="{FF2B5EF4-FFF2-40B4-BE49-F238E27FC236}">
                    <a16:creationId xmlns:a16="http://schemas.microsoft.com/office/drawing/2014/main" id="{43896E8F-DADE-4AAE-8F28-42F7E282C28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46018108"/>
                  </p:ext>
                </p:extLst>
              </p:nvPr>
            </p:nvGraphicFramePr>
            <p:xfrm>
              <a:off x="97502" y="2200682"/>
              <a:ext cx="12037789" cy="341358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594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8147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7295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7295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47295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0086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297711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487504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Espèces en jeu</a:t>
                          </a:r>
                          <a:r>
                            <a:rPr lang="fr-FR" baseline="0" dirty="0"/>
                            <a:t> dans le dosage</a:t>
                          </a:r>
                          <a:endParaRPr lang="fr-FR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sSup>
                                  <m:sSupPr>
                                    <m:ctrlP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p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sSup>
                                  <m:sSupPr>
                                    <m:ctrlP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e>
                                  <m:sup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sSup>
                                  <m:sSupPr>
                                    <m:ctrlP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e>
                                  <m:sup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sSubSup>
                                  <m:sSubSupPr>
                                    <m:ctrlP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Conductivité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18872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Variation</a:t>
                          </a:r>
                          <a:r>
                            <a:rPr lang="fr-FR" baseline="0" dirty="0"/>
                            <a:t> des concentrations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Avant l’équivalence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𝑒𝑞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dirty="0"/>
                            <a:t>Spectateurs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fr-FR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fr-FR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fr-FR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/>
                            <a:t>(réagissent avec</a:t>
                          </a:r>
                          <a:r>
                            <a:rPr lang="fr-FR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fr-FR" b="0" i="1" baseline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p>
                                <m:sSupPr>
                                  <m:ctrlPr>
                                    <a:rPr lang="fr-FR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baseline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fr-FR" b="0" i="1" baseline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oMath>
                          </a14:m>
                          <a:r>
                            <a:rPr lang="fr-FR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dirty="0"/>
                            <a:t>(réagissent avec</a:t>
                          </a:r>
                          <a14:m>
                            <m:oMath xmlns:m="http://schemas.openxmlformats.org/officeDocument/2006/math">
                              <m:r>
                                <a:rPr lang="fr-FR" b="0" i="0" baseline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0" i="1" baseline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p>
                                <m:sSupPr>
                                  <m:ctrlPr>
                                    <a:rPr lang="fr-FR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baseline="0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p>
                                  <m:r>
                                    <a:rPr lang="fr-FR" b="0" i="1" baseline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oMath>
                          </a14:m>
                          <a:r>
                            <a:rPr lang="fr-FR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dirty="0"/>
                            <a:t>Spectateurs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  <m:sSup>
                                      <m:sSup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</m:sup>
                                    </m:sSup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  <m:sSup>
                                      <m:sSup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fr-FR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λ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𝐶𝑙</m:t>
                                        </m:r>
                                      </m:e>
                                      <m:sup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</m:sup>
                                    </m:sSup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𝐶𝑙</m:t>
                                        </m:r>
                                      </m:e>
                                      <m:sup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λ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𝑁𝑂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</m:sup>
                                    </m:sSup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𝑂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 v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Après l’équivalence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𝑒𝑞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dirty="0"/>
                            <a:t>Spectateurs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dirty="0"/>
                            <a:t>(consommés</a:t>
                          </a:r>
                          <a:r>
                            <a:rPr lang="fr-FR" baseline="0" dirty="0"/>
                            <a:t> par </a:t>
                          </a:r>
                          <a14:m>
                            <m:oMath xmlns:m="http://schemas.openxmlformats.org/officeDocument/2006/math">
                              <m:r>
                                <a:rPr lang="fr-FR" b="0" i="1" baseline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p>
                                <m:sSupPr>
                                  <m:ctrlPr>
                                    <a:rPr lang="fr-FR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baseline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fr-FR" b="0" i="1" baseline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oMath>
                          </a14:m>
                          <a:r>
                            <a:rPr lang="fr-FR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dirty="0"/>
                            <a:t>Spectateurs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dirty="0"/>
                            <a:t>Spectateurs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  <m:sSup>
                                      <m:sSup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</m:sup>
                                    </m:sSup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  <m:sSup>
                                      <m:sSup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fr-FR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  <m:sSup>
                                      <m:sSup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p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</m:sup>
                                    </m:sSup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  <m:sSup>
                                      <m:sSup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p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λ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𝑁𝑂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</m:sup>
                                    </m:sSup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𝑂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Espace réservé du contenu 2">
                <a:extLst>
                  <a:ext uri="{FF2B5EF4-FFF2-40B4-BE49-F238E27FC236}">
                    <a16:creationId xmlns:a16="http://schemas.microsoft.com/office/drawing/2014/main" id="{43896E8F-DADE-4AAE-8F28-42F7E282C28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46018108"/>
                  </p:ext>
                </p:extLst>
              </p:nvPr>
            </p:nvGraphicFramePr>
            <p:xfrm>
              <a:off x="97502" y="2200682"/>
              <a:ext cx="12037789" cy="341358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594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8147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7295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7295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47295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0086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297711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487504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Espèces en jeu</a:t>
                          </a:r>
                          <a:r>
                            <a:rPr lang="fr-FR" baseline="0" dirty="0"/>
                            <a:t> dans le dosage</a:t>
                          </a:r>
                          <a:endParaRPr lang="fr-FR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6860" t="-2500" r="-491736" b="-6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6860" t="-2500" r="-391736" b="-6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6860" t="-2500" r="-291736" b="-6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8592" t="-2500" r="-231455" b="-6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Conductivité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630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Variation</a:t>
                          </a:r>
                          <a:r>
                            <a:rPr lang="fr-FR" baseline="0" dirty="0"/>
                            <a:t> des concentrations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969" t="-34167" r="-552896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dirty="0"/>
                            <a:t>Spectateurs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6860" t="-34167" r="-391736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6860" t="-34167" r="-291736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dirty="0"/>
                            <a:t>Spectateurs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4294" t="-34167" r="-818" b="-1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463040">
                    <a:tc v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969" t="-134167" r="-552896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dirty="0"/>
                            <a:t>Spectateurs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6860" t="-134167" r="-391736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dirty="0"/>
                            <a:t>Spectateurs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dirty="0"/>
                            <a:t>Spectateurs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4294" t="-134167" r="-818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91E0FDFF-92E8-4D0E-8A08-3CFBFD36BA29}"/>
              </a:ext>
            </a:extLst>
          </p:cNvPr>
          <p:cNvCxnSpPr>
            <a:cxnSpLocks/>
          </p:cNvCxnSpPr>
          <p:nvPr/>
        </p:nvCxnSpPr>
        <p:spPr>
          <a:xfrm>
            <a:off x="3629247" y="3239386"/>
            <a:ext cx="10916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4CF8D5F5-F40D-477C-9AA0-2ACF4A6760DF}"/>
              </a:ext>
            </a:extLst>
          </p:cNvPr>
          <p:cNvCxnSpPr>
            <a:cxnSpLocks/>
          </p:cNvCxnSpPr>
          <p:nvPr/>
        </p:nvCxnSpPr>
        <p:spPr>
          <a:xfrm>
            <a:off x="3629247" y="4802372"/>
            <a:ext cx="10916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49063A78-9497-4A24-98F4-918E18B2DFDC}"/>
              </a:ext>
            </a:extLst>
          </p:cNvPr>
          <p:cNvCxnSpPr>
            <a:cxnSpLocks/>
          </p:cNvCxnSpPr>
          <p:nvPr/>
        </p:nvCxnSpPr>
        <p:spPr>
          <a:xfrm>
            <a:off x="5100084" y="3001926"/>
            <a:ext cx="1080976" cy="3154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5303CE4F-E682-4752-AB26-5CDD0D4725C3}"/>
              </a:ext>
            </a:extLst>
          </p:cNvPr>
          <p:cNvCxnSpPr>
            <a:cxnSpLocks/>
          </p:cNvCxnSpPr>
          <p:nvPr/>
        </p:nvCxnSpPr>
        <p:spPr>
          <a:xfrm flipV="1">
            <a:off x="6560288" y="4423144"/>
            <a:ext cx="1102241" cy="3792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E84A1483-2B64-4C84-8CAF-45507ACE4664}"/>
              </a:ext>
            </a:extLst>
          </p:cNvPr>
          <p:cNvCxnSpPr>
            <a:cxnSpLocks/>
          </p:cNvCxnSpPr>
          <p:nvPr/>
        </p:nvCxnSpPr>
        <p:spPr>
          <a:xfrm flipV="1">
            <a:off x="7976192" y="4423144"/>
            <a:ext cx="1102241" cy="3792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A4825AFF-F919-45B3-BCBD-DC0BDFFA3FAD}"/>
              </a:ext>
            </a:extLst>
          </p:cNvPr>
          <p:cNvCxnSpPr>
            <a:cxnSpLocks/>
          </p:cNvCxnSpPr>
          <p:nvPr/>
        </p:nvCxnSpPr>
        <p:spPr>
          <a:xfrm flipV="1">
            <a:off x="7976191" y="3005470"/>
            <a:ext cx="1102241" cy="3792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273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EB238A-63FB-4BD6-8B20-922BEEB67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Dosage de la soude dans le Destop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4D3E9BB5-F1DF-4DEB-902B-AE90962BD899}"/>
              </a:ext>
            </a:extLst>
          </p:cNvPr>
          <p:cNvGrpSpPr/>
          <p:nvPr/>
        </p:nvGrpSpPr>
        <p:grpSpPr>
          <a:xfrm>
            <a:off x="838200" y="2052919"/>
            <a:ext cx="2124635" cy="3931304"/>
            <a:chOff x="1963271" y="3034947"/>
            <a:chExt cx="1598220" cy="2671369"/>
          </a:xfrm>
        </p:grpSpPr>
        <p:grpSp>
          <p:nvGrpSpPr>
            <p:cNvPr id="5" name="Grouper 836">
              <a:extLst>
                <a:ext uri="{FF2B5EF4-FFF2-40B4-BE49-F238E27FC236}">
                  <a16:creationId xmlns:a16="http://schemas.microsoft.com/office/drawing/2014/main" id="{1A223795-B874-46E0-B70E-D20B15FD4132}"/>
                </a:ext>
              </a:extLst>
            </p:cNvPr>
            <p:cNvGrpSpPr/>
            <p:nvPr/>
          </p:nvGrpSpPr>
          <p:grpSpPr>
            <a:xfrm>
              <a:off x="1963271" y="3105991"/>
              <a:ext cx="1598220" cy="2600325"/>
              <a:chOff x="0" y="0"/>
              <a:chExt cx="1278890" cy="2600325"/>
            </a:xfrm>
          </p:grpSpPr>
          <p:cxnSp>
            <p:nvCxnSpPr>
              <p:cNvPr id="41" name="Connecteur droit 40">
                <a:extLst>
                  <a:ext uri="{FF2B5EF4-FFF2-40B4-BE49-F238E27FC236}">
                    <a16:creationId xmlns:a16="http://schemas.microsoft.com/office/drawing/2014/main" id="{FABC5DF3-927F-4D13-A151-303DB40F33B2}"/>
                  </a:ext>
                </a:extLst>
              </p:cNvPr>
              <p:cNvCxnSpPr/>
              <p:nvPr/>
            </p:nvCxnSpPr>
            <p:spPr>
              <a:xfrm>
                <a:off x="0" y="0"/>
                <a:ext cx="33020" cy="2600325"/>
              </a:xfrm>
              <a:prstGeom prst="line">
                <a:avLst/>
              </a:prstGeom>
              <a:ln w="38100" cmpd="sng">
                <a:solidFill>
                  <a:schemeClr val="tx1">
                    <a:lumMod val="85000"/>
                    <a:lumOff val="1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necteur droit 41">
                <a:extLst>
                  <a:ext uri="{FF2B5EF4-FFF2-40B4-BE49-F238E27FC236}">
                    <a16:creationId xmlns:a16="http://schemas.microsoft.com/office/drawing/2014/main" id="{ED55CD92-A7E6-4A91-9C86-19412CD2E49C}"/>
                  </a:ext>
                </a:extLst>
              </p:cNvPr>
              <p:cNvCxnSpPr/>
              <p:nvPr/>
            </p:nvCxnSpPr>
            <p:spPr>
              <a:xfrm flipH="1">
                <a:off x="12700" y="2600325"/>
                <a:ext cx="1266190" cy="0"/>
              </a:xfrm>
              <a:prstGeom prst="line">
                <a:avLst/>
              </a:prstGeom>
              <a:ln w="38100" cmpd="sng">
                <a:solidFill>
                  <a:schemeClr val="tx1">
                    <a:lumMod val="85000"/>
                    <a:lumOff val="1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er 45">
              <a:extLst>
                <a:ext uri="{FF2B5EF4-FFF2-40B4-BE49-F238E27FC236}">
                  <a16:creationId xmlns:a16="http://schemas.microsoft.com/office/drawing/2014/main" id="{575AEEC3-4FD7-4CC3-A17F-03F6F92E5C5D}"/>
                </a:ext>
              </a:extLst>
            </p:cNvPr>
            <p:cNvGrpSpPr/>
            <p:nvPr/>
          </p:nvGrpSpPr>
          <p:grpSpPr>
            <a:xfrm>
              <a:off x="2367056" y="5283911"/>
              <a:ext cx="1143000" cy="363855"/>
              <a:chOff x="0" y="0"/>
              <a:chExt cx="1143000" cy="363855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2E7E1E05-AD52-4E38-8EE3-019B618E88B0}"/>
                  </a:ext>
                </a:extLst>
              </p:cNvPr>
              <p:cNvSpPr/>
              <p:nvPr/>
            </p:nvSpPr>
            <p:spPr>
              <a:xfrm>
                <a:off x="0" y="0"/>
                <a:ext cx="1143000" cy="363855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80574480-C56B-46E5-BC9B-F0DC9745EBD9}"/>
                  </a:ext>
                </a:extLst>
              </p:cNvPr>
              <p:cNvSpPr/>
              <p:nvPr/>
            </p:nvSpPr>
            <p:spPr>
              <a:xfrm>
                <a:off x="114300" y="114300"/>
                <a:ext cx="114300" cy="13525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7" name="Grouper 444">
              <a:extLst>
                <a:ext uri="{FF2B5EF4-FFF2-40B4-BE49-F238E27FC236}">
                  <a16:creationId xmlns:a16="http://schemas.microsoft.com/office/drawing/2014/main" id="{E9CF72CA-8487-47D8-907B-416E750D8B58}"/>
                </a:ext>
              </a:extLst>
            </p:cNvPr>
            <p:cNvGrpSpPr/>
            <p:nvPr/>
          </p:nvGrpSpPr>
          <p:grpSpPr>
            <a:xfrm>
              <a:off x="2652806" y="4459681"/>
              <a:ext cx="571500" cy="824230"/>
              <a:chOff x="-421" y="0"/>
              <a:chExt cx="571921" cy="824230"/>
            </a:xfrm>
          </p:grpSpPr>
          <p:sp>
            <p:nvSpPr>
              <p:cNvPr id="35" name="Arrondir un rectangle avec un coin du même côté 49">
                <a:extLst>
                  <a:ext uri="{FF2B5EF4-FFF2-40B4-BE49-F238E27FC236}">
                    <a16:creationId xmlns:a16="http://schemas.microsoft.com/office/drawing/2014/main" id="{61D2DE51-562E-4603-A50D-5DDB107F5585}"/>
                  </a:ext>
                </a:extLst>
              </p:cNvPr>
              <p:cNvSpPr/>
              <p:nvPr/>
            </p:nvSpPr>
            <p:spPr>
              <a:xfrm rot="10800000">
                <a:off x="-421" y="481330"/>
                <a:ext cx="571500" cy="342900"/>
              </a:xfrm>
              <a:prstGeom prst="round2Same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grpSp>
            <p:nvGrpSpPr>
              <p:cNvPr id="36" name="Grouper 441">
                <a:extLst>
                  <a:ext uri="{FF2B5EF4-FFF2-40B4-BE49-F238E27FC236}">
                    <a16:creationId xmlns:a16="http://schemas.microsoft.com/office/drawing/2014/main" id="{940BDF19-DB6A-4267-9E6F-25383FA977B7}"/>
                  </a:ext>
                </a:extLst>
              </p:cNvPr>
              <p:cNvGrpSpPr/>
              <p:nvPr/>
            </p:nvGrpSpPr>
            <p:grpSpPr>
              <a:xfrm>
                <a:off x="0" y="0"/>
                <a:ext cx="571500" cy="824230"/>
                <a:chOff x="0" y="0"/>
                <a:chExt cx="571500" cy="824230"/>
              </a:xfrm>
            </p:grpSpPr>
            <p:sp>
              <p:nvSpPr>
                <p:cNvPr id="37" name="Arrondir un rectangle avec un coin du même côté 442">
                  <a:extLst>
                    <a:ext uri="{FF2B5EF4-FFF2-40B4-BE49-F238E27FC236}">
                      <a16:creationId xmlns:a16="http://schemas.microsoft.com/office/drawing/2014/main" id="{2E6234CC-EF2C-494B-A356-0CB326DFF085}"/>
                    </a:ext>
                  </a:extLst>
                </p:cNvPr>
                <p:cNvSpPr/>
                <p:nvPr/>
              </p:nvSpPr>
              <p:spPr>
                <a:xfrm rot="10800000">
                  <a:off x="0" y="24130"/>
                  <a:ext cx="571500" cy="800100"/>
                </a:xfrm>
                <a:prstGeom prst="round2Same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6A1F7AA1-601C-4002-B2C2-77A2FF8075F9}"/>
                    </a:ext>
                  </a:extLst>
                </p:cNvPr>
                <p:cNvSpPr/>
                <p:nvPr/>
              </p:nvSpPr>
              <p:spPr>
                <a:xfrm flipV="1">
                  <a:off x="0" y="0"/>
                  <a:ext cx="571500" cy="450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A32482F9-3876-48ED-BCA0-78A46E90A2BB}"/>
                </a:ext>
              </a:extLst>
            </p:cNvPr>
            <p:cNvCxnSpPr/>
            <p:nvPr/>
          </p:nvCxnSpPr>
          <p:spPr>
            <a:xfrm flipV="1">
              <a:off x="1963271" y="3711389"/>
              <a:ext cx="938530" cy="6350"/>
            </a:xfrm>
            <a:prstGeom prst="line">
              <a:avLst/>
            </a:prstGeom>
            <a:ln w="19050" cmpd="sng">
              <a:solidFill>
                <a:schemeClr val="tx1"/>
              </a:solidFill>
              <a:headEnd type="diamond"/>
              <a:tailEnd type="diamon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à coins arrondis 46">
              <a:extLst>
                <a:ext uri="{FF2B5EF4-FFF2-40B4-BE49-F238E27FC236}">
                  <a16:creationId xmlns:a16="http://schemas.microsoft.com/office/drawing/2014/main" id="{D450CD67-7DC9-4759-978F-292601BB3AB5}"/>
                </a:ext>
              </a:extLst>
            </p:cNvPr>
            <p:cNvSpPr/>
            <p:nvPr/>
          </p:nvSpPr>
          <p:spPr>
            <a:xfrm>
              <a:off x="2824045" y="5220879"/>
              <a:ext cx="228600" cy="4508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97DB6592-84C0-4536-8A57-1DD96561D533}"/>
                </a:ext>
              </a:extLst>
            </p:cNvPr>
            <p:cNvGrpSpPr/>
            <p:nvPr/>
          </p:nvGrpSpPr>
          <p:grpSpPr>
            <a:xfrm>
              <a:off x="2784609" y="3034947"/>
              <a:ext cx="298451" cy="1633855"/>
              <a:chOff x="6073774" y="2665095"/>
              <a:chExt cx="298451" cy="1633855"/>
            </a:xfrm>
          </p:grpSpPr>
          <p:sp>
            <p:nvSpPr>
              <p:cNvPr id="11" name="Rectangle 58">
                <a:extLst>
                  <a:ext uri="{FF2B5EF4-FFF2-40B4-BE49-F238E27FC236}">
                    <a16:creationId xmlns:a16="http://schemas.microsoft.com/office/drawing/2014/main" id="{69ADEDBC-E83C-4106-A619-D6AAFBE99402}"/>
                  </a:ext>
                </a:extLst>
              </p:cNvPr>
              <p:cNvSpPr/>
              <p:nvPr/>
            </p:nvSpPr>
            <p:spPr>
              <a:xfrm>
                <a:off x="6141720" y="2699385"/>
                <a:ext cx="137160" cy="1599565"/>
              </a:xfrm>
              <a:custGeom>
                <a:avLst/>
                <a:gdLst>
                  <a:gd name="connsiteX0" fmla="*/ 0 w 137160"/>
                  <a:gd name="connsiteY0" fmla="*/ 0 h 1493520"/>
                  <a:gd name="connsiteX1" fmla="*/ 137160 w 137160"/>
                  <a:gd name="connsiteY1" fmla="*/ 0 h 1493520"/>
                  <a:gd name="connsiteX2" fmla="*/ 137160 w 137160"/>
                  <a:gd name="connsiteY2" fmla="*/ 1493520 h 1493520"/>
                  <a:gd name="connsiteX3" fmla="*/ 0 w 137160"/>
                  <a:gd name="connsiteY3" fmla="*/ 1493520 h 1493520"/>
                  <a:gd name="connsiteX4" fmla="*/ 0 w 137160"/>
                  <a:gd name="connsiteY4" fmla="*/ 0 h 1493520"/>
                  <a:gd name="connsiteX0" fmla="*/ 0 w 137160"/>
                  <a:gd name="connsiteY0" fmla="*/ 0 h 1494790"/>
                  <a:gd name="connsiteX1" fmla="*/ 137160 w 137160"/>
                  <a:gd name="connsiteY1" fmla="*/ 0 h 1494790"/>
                  <a:gd name="connsiteX2" fmla="*/ 137160 w 137160"/>
                  <a:gd name="connsiteY2" fmla="*/ 1493520 h 1494790"/>
                  <a:gd name="connsiteX3" fmla="*/ 65405 w 137160"/>
                  <a:gd name="connsiteY3" fmla="*/ 1494790 h 1494790"/>
                  <a:gd name="connsiteX4" fmla="*/ 0 w 137160"/>
                  <a:gd name="connsiteY4" fmla="*/ 1493520 h 1494790"/>
                  <a:gd name="connsiteX5" fmla="*/ 0 w 137160"/>
                  <a:gd name="connsiteY5" fmla="*/ 0 h 1494790"/>
                  <a:gd name="connsiteX0" fmla="*/ 0 w 137160"/>
                  <a:gd name="connsiteY0" fmla="*/ 0 h 1551940"/>
                  <a:gd name="connsiteX1" fmla="*/ 137160 w 137160"/>
                  <a:gd name="connsiteY1" fmla="*/ 0 h 1551940"/>
                  <a:gd name="connsiteX2" fmla="*/ 137160 w 137160"/>
                  <a:gd name="connsiteY2" fmla="*/ 1493520 h 1551940"/>
                  <a:gd name="connsiteX3" fmla="*/ 71755 w 137160"/>
                  <a:gd name="connsiteY3" fmla="*/ 1551940 h 1551940"/>
                  <a:gd name="connsiteX4" fmla="*/ 0 w 137160"/>
                  <a:gd name="connsiteY4" fmla="*/ 1493520 h 1551940"/>
                  <a:gd name="connsiteX5" fmla="*/ 0 w 137160"/>
                  <a:gd name="connsiteY5" fmla="*/ 0 h 1551940"/>
                  <a:gd name="connsiteX0" fmla="*/ 0 w 137160"/>
                  <a:gd name="connsiteY0" fmla="*/ 0 h 1599565"/>
                  <a:gd name="connsiteX1" fmla="*/ 137160 w 137160"/>
                  <a:gd name="connsiteY1" fmla="*/ 0 h 1599565"/>
                  <a:gd name="connsiteX2" fmla="*/ 137160 w 137160"/>
                  <a:gd name="connsiteY2" fmla="*/ 1493520 h 1599565"/>
                  <a:gd name="connsiteX3" fmla="*/ 71755 w 137160"/>
                  <a:gd name="connsiteY3" fmla="*/ 1599565 h 1599565"/>
                  <a:gd name="connsiteX4" fmla="*/ 0 w 137160"/>
                  <a:gd name="connsiteY4" fmla="*/ 1493520 h 1599565"/>
                  <a:gd name="connsiteX5" fmla="*/ 0 w 137160"/>
                  <a:gd name="connsiteY5" fmla="*/ 0 h 1599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7160" h="1599565">
                    <a:moveTo>
                      <a:pt x="0" y="0"/>
                    </a:moveTo>
                    <a:lnTo>
                      <a:pt x="137160" y="0"/>
                    </a:lnTo>
                    <a:lnTo>
                      <a:pt x="137160" y="1493520"/>
                    </a:lnTo>
                    <a:lnTo>
                      <a:pt x="71755" y="1599565"/>
                    </a:lnTo>
                    <a:lnTo>
                      <a:pt x="0" y="149352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fr-FR" sz="12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fr-FR" sz="1200">
                  <a:effectLst/>
                  <a:ea typeface="MS Mincho" panose="020B0400000000000000" pitchFamily="49" charset="-128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" name="Grouper 256">
                <a:extLst>
                  <a:ext uri="{FF2B5EF4-FFF2-40B4-BE49-F238E27FC236}">
                    <a16:creationId xmlns:a16="http://schemas.microsoft.com/office/drawing/2014/main" id="{7EA85C3C-ADA7-4E94-898E-F9F2C114782C}"/>
                  </a:ext>
                </a:extLst>
              </p:cNvPr>
              <p:cNvGrpSpPr/>
              <p:nvPr/>
            </p:nvGrpSpPr>
            <p:grpSpPr>
              <a:xfrm>
                <a:off x="6223000" y="3632832"/>
                <a:ext cx="55880" cy="248920"/>
                <a:chOff x="571500" y="1910444"/>
                <a:chExt cx="251460" cy="457200"/>
              </a:xfrm>
            </p:grpSpPr>
            <p:cxnSp>
              <p:nvCxnSpPr>
                <p:cNvPr id="30" name="Connecteur droit 29">
                  <a:extLst>
                    <a:ext uri="{FF2B5EF4-FFF2-40B4-BE49-F238E27FC236}">
                      <a16:creationId xmlns:a16="http://schemas.microsoft.com/office/drawing/2014/main" id="{631F5783-412A-4B31-A236-C8AAEC351D01}"/>
                    </a:ext>
                  </a:extLst>
                </p:cNvPr>
                <p:cNvCxnSpPr/>
                <p:nvPr/>
              </p:nvCxnSpPr>
              <p:spPr>
                <a:xfrm>
                  <a:off x="571500" y="1910444"/>
                  <a:ext cx="2514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Connecteur droit 30">
                  <a:extLst>
                    <a:ext uri="{FF2B5EF4-FFF2-40B4-BE49-F238E27FC236}">
                      <a16:creationId xmlns:a16="http://schemas.microsoft.com/office/drawing/2014/main" id="{47554384-F97D-488E-9730-DE112F224BB6}"/>
                    </a:ext>
                  </a:extLst>
                </p:cNvPr>
                <p:cNvCxnSpPr/>
                <p:nvPr/>
              </p:nvCxnSpPr>
              <p:spPr>
                <a:xfrm>
                  <a:off x="685800" y="23676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Connecteur droit 31">
                  <a:extLst>
                    <a:ext uri="{FF2B5EF4-FFF2-40B4-BE49-F238E27FC236}">
                      <a16:creationId xmlns:a16="http://schemas.microsoft.com/office/drawing/2014/main" id="{B886A788-4640-4CF9-860E-0511AFE1090B}"/>
                    </a:ext>
                  </a:extLst>
                </p:cNvPr>
                <p:cNvCxnSpPr/>
                <p:nvPr/>
              </p:nvCxnSpPr>
              <p:spPr>
                <a:xfrm>
                  <a:off x="685800" y="22533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Connecteur droit 32">
                  <a:extLst>
                    <a:ext uri="{FF2B5EF4-FFF2-40B4-BE49-F238E27FC236}">
                      <a16:creationId xmlns:a16="http://schemas.microsoft.com/office/drawing/2014/main" id="{AA635DD7-D6F8-4DE2-9CAA-50651ED84228}"/>
                    </a:ext>
                  </a:extLst>
                </p:cNvPr>
                <p:cNvCxnSpPr/>
                <p:nvPr/>
              </p:nvCxnSpPr>
              <p:spPr>
                <a:xfrm>
                  <a:off x="685800" y="21390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Connecteur droit 33">
                  <a:extLst>
                    <a:ext uri="{FF2B5EF4-FFF2-40B4-BE49-F238E27FC236}">
                      <a16:creationId xmlns:a16="http://schemas.microsoft.com/office/drawing/2014/main" id="{737C2A8D-CD93-410A-80C8-6A6772DA452D}"/>
                    </a:ext>
                  </a:extLst>
                </p:cNvPr>
                <p:cNvCxnSpPr/>
                <p:nvPr/>
              </p:nvCxnSpPr>
              <p:spPr>
                <a:xfrm>
                  <a:off x="685800" y="20247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Grouper 268">
                <a:extLst>
                  <a:ext uri="{FF2B5EF4-FFF2-40B4-BE49-F238E27FC236}">
                    <a16:creationId xmlns:a16="http://schemas.microsoft.com/office/drawing/2014/main" id="{D4CEA017-543B-4F4E-BF92-FE0014F62A37}"/>
                  </a:ext>
                </a:extLst>
              </p:cNvPr>
              <p:cNvGrpSpPr/>
              <p:nvPr/>
            </p:nvGrpSpPr>
            <p:grpSpPr>
              <a:xfrm>
                <a:off x="6223000" y="3321683"/>
                <a:ext cx="55880" cy="248920"/>
                <a:chOff x="571500" y="1338944"/>
                <a:chExt cx="251460" cy="457200"/>
              </a:xfrm>
            </p:grpSpPr>
            <p:cxnSp>
              <p:nvCxnSpPr>
                <p:cNvPr id="25" name="Connecteur droit 24">
                  <a:extLst>
                    <a:ext uri="{FF2B5EF4-FFF2-40B4-BE49-F238E27FC236}">
                      <a16:creationId xmlns:a16="http://schemas.microsoft.com/office/drawing/2014/main" id="{1FE65C4D-3CE2-4283-8140-A1055BB7C41A}"/>
                    </a:ext>
                  </a:extLst>
                </p:cNvPr>
                <p:cNvCxnSpPr/>
                <p:nvPr/>
              </p:nvCxnSpPr>
              <p:spPr>
                <a:xfrm>
                  <a:off x="571500" y="1338944"/>
                  <a:ext cx="2514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Connecteur droit 25">
                  <a:extLst>
                    <a:ext uri="{FF2B5EF4-FFF2-40B4-BE49-F238E27FC236}">
                      <a16:creationId xmlns:a16="http://schemas.microsoft.com/office/drawing/2014/main" id="{70846DFA-1412-4155-9E12-38431ED53D35}"/>
                    </a:ext>
                  </a:extLst>
                </p:cNvPr>
                <p:cNvCxnSpPr/>
                <p:nvPr/>
              </p:nvCxnSpPr>
              <p:spPr>
                <a:xfrm>
                  <a:off x="685800" y="17961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Connecteur droit 26">
                  <a:extLst>
                    <a:ext uri="{FF2B5EF4-FFF2-40B4-BE49-F238E27FC236}">
                      <a16:creationId xmlns:a16="http://schemas.microsoft.com/office/drawing/2014/main" id="{A499E12A-F7F9-4286-BA8F-B99409CB91C9}"/>
                    </a:ext>
                  </a:extLst>
                </p:cNvPr>
                <p:cNvCxnSpPr/>
                <p:nvPr/>
              </p:nvCxnSpPr>
              <p:spPr>
                <a:xfrm>
                  <a:off x="685800" y="16818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Connecteur droit 27">
                  <a:extLst>
                    <a:ext uri="{FF2B5EF4-FFF2-40B4-BE49-F238E27FC236}">
                      <a16:creationId xmlns:a16="http://schemas.microsoft.com/office/drawing/2014/main" id="{3AEB710C-5276-41CB-B5AE-C5697CB8EEF3}"/>
                    </a:ext>
                  </a:extLst>
                </p:cNvPr>
                <p:cNvCxnSpPr/>
                <p:nvPr/>
              </p:nvCxnSpPr>
              <p:spPr>
                <a:xfrm>
                  <a:off x="685800" y="15675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Connecteur droit 28">
                  <a:extLst>
                    <a:ext uri="{FF2B5EF4-FFF2-40B4-BE49-F238E27FC236}">
                      <a16:creationId xmlns:a16="http://schemas.microsoft.com/office/drawing/2014/main" id="{EE63E95D-C3BA-4B27-94D3-B1C49BF513FC}"/>
                    </a:ext>
                  </a:extLst>
                </p:cNvPr>
                <p:cNvCxnSpPr/>
                <p:nvPr/>
              </p:nvCxnSpPr>
              <p:spPr>
                <a:xfrm>
                  <a:off x="685800" y="14532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" name="Grouper 274">
                <a:extLst>
                  <a:ext uri="{FF2B5EF4-FFF2-40B4-BE49-F238E27FC236}">
                    <a16:creationId xmlns:a16="http://schemas.microsoft.com/office/drawing/2014/main" id="{92CF549A-66B6-40CE-9481-B6D3B5A0449D}"/>
                  </a:ext>
                </a:extLst>
              </p:cNvPr>
              <p:cNvGrpSpPr/>
              <p:nvPr/>
            </p:nvGrpSpPr>
            <p:grpSpPr>
              <a:xfrm>
                <a:off x="6223000" y="3010533"/>
                <a:ext cx="55880" cy="248920"/>
                <a:chOff x="571500" y="767444"/>
                <a:chExt cx="251460" cy="457200"/>
              </a:xfrm>
            </p:grpSpPr>
            <p:cxnSp>
              <p:nvCxnSpPr>
                <p:cNvPr id="20" name="Connecteur droit 19">
                  <a:extLst>
                    <a:ext uri="{FF2B5EF4-FFF2-40B4-BE49-F238E27FC236}">
                      <a16:creationId xmlns:a16="http://schemas.microsoft.com/office/drawing/2014/main" id="{60F9CE4E-0654-4DF2-9BFC-69A3C6561B7F}"/>
                    </a:ext>
                  </a:extLst>
                </p:cNvPr>
                <p:cNvCxnSpPr/>
                <p:nvPr/>
              </p:nvCxnSpPr>
              <p:spPr>
                <a:xfrm>
                  <a:off x="571500" y="767444"/>
                  <a:ext cx="2514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Connecteur droit 20">
                  <a:extLst>
                    <a:ext uri="{FF2B5EF4-FFF2-40B4-BE49-F238E27FC236}">
                      <a16:creationId xmlns:a16="http://schemas.microsoft.com/office/drawing/2014/main" id="{D773455E-E34B-478E-BD76-FCED8AE39D72}"/>
                    </a:ext>
                  </a:extLst>
                </p:cNvPr>
                <p:cNvCxnSpPr/>
                <p:nvPr/>
              </p:nvCxnSpPr>
              <p:spPr>
                <a:xfrm>
                  <a:off x="685800" y="12246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Connecteur droit 21">
                  <a:extLst>
                    <a:ext uri="{FF2B5EF4-FFF2-40B4-BE49-F238E27FC236}">
                      <a16:creationId xmlns:a16="http://schemas.microsoft.com/office/drawing/2014/main" id="{017BBAD3-16C3-417D-9615-D184D537E8FE}"/>
                    </a:ext>
                  </a:extLst>
                </p:cNvPr>
                <p:cNvCxnSpPr/>
                <p:nvPr/>
              </p:nvCxnSpPr>
              <p:spPr>
                <a:xfrm>
                  <a:off x="685800" y="11103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Connecteur droit 22">
                  <a:extLst>
                    <a:ext uri="{FF2B5EF4-FFF2-40B4-BE49-F238E27FC236}">
                      <a16:creationId xmlns:a16="http://schemas.microsoft.com/office/drawing/2014/main" id="{D3188099-61B1-4847-B1F6-53D953DB2112}"/>
                    </a:ext>
                  </a:extLst>
                </p:cNvPr>
                <p:cNvCxnSpPr/>
                <p:nvPr/>
              </p:nvCxnSpPr>
              <p:spPr>
                <a:xfrm>
                  <a:off x="685800" y="9960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Connecteur droit 23">
                  <a:extLst>
                    <a:ext uri="{FF2B5EF4-FFF2-40B4-BE49-F238E27FC236}">
                      <a16:creationId xmlns:a16="http://schemas.microsoft.com/office/drawing/2014/main" id="{C3452BB2-D19E-4636-A833-CA7060E900AA}"/>
                    </a:ext>
                  </a:extLst>
                </p:cNvPr>
                <p:cNvCxnSpPr/>
                <p:nvPr/>
              </p:nvCxnSpPr>
              <p:spPr>
                <a:xfrm>
                  <a:off x="685800" y="8817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" name="Connecteur droit 14">
                <a:extLst>
                  <a:ext uri="{FF2B5EF4-FFF2-40B4-BE49-F238E27FC236}">
                    <a16:creationId xmlns:a16="http://schemas.microsoft.com/office/drawing/2014/main" id="{178226CD-1FB1-4B23-9B8D-A638FB5B2F30}"/>
                  </a:ext>
                </a:extLst>
              </p:cNvPr>
              <p:cNvCxnSpPr/>
              <p:nvPr/>
            </p:nvCxnSpPr>
            <p:spPr>
              <a:xfrm flipH="1">
                <a:off x="6141720" y="3544192"/>
                <a:ext cx="137160" cy="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86269D8-681A-4F1B-9145-31FDE2622C72}"/>
                  </a:ext>
                </a:extLst>
              </p:cNvPr>
              <p:cNvSpPr/>
              <p:nvPr/>
            </p:nvSpPr>
            <p:spPr>
              <a:xfrm>
                <a:off x="6114098" y="2665095"/>
                <a:ext cx="191453" cy="6790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grpSp>
            <p:nvGrpSpPr>
              <p:cNvPr id="17" name="Groupe 16">
                <a:extLst>
                  <a:ext uri="{FF2B5EF4-FFF2-40B4-BE49-F238E27FC236}">
                    <a16:creationId xmlns:a16="http://schemas.microsoft.com/office/drawing/2014/main" id="{8C5210B5-0BAD-4EE4-94DF-E9B1DA86FB8E}"/>
                  </a:ext>
                </a:extLst>
              </p:cNvPr>
              <p:cNvGrpSpPr/>
              <p:nvPr/>
            </p:nvGrpSpPr>
            <p:grpSpPr>
              <a:xfrm>
                <a:off x="6073774" y="3957001"/>
                <a:ext cx="298451" cy="142241"/>
                <a:chOff x="6127750" y="4239260"/>
                <a:chExt cx="298451" cy="142241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3DEEF4DE-3079-4511-9EE8-F63D7BD87BCB}"/>
                    </a:ext>
                  </a:extLst>
                </p:cNvPr>
                <p:cNvSpPr/>
                <p:nvPr/>
              </p:nvSpPr>
              <p:spPr>
                <a:xfrm>
                  <a:off x="6127750" y="4285870"/>
                  <a:ext cx="239601" cy="57057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9" name="Ellipse 18">
                  <a:extLst>
                    <a:ext uri="{FF2B5EF4-FFF2-40B4-BE49-F238E27FC236}">
                      <a16:creationId xmlns:a16="http://schemas.microsoft.com/office/drawing/2014/main" id="{863B6F35-4608-41EE-B2E1-F67DB0396D10}"/>
                    </a:ext>
                  </a:extLst>
                </p:cNvPr>
                <p:cNvSpPr/>
                <p:nvPr/>
              </p:nvSpPr>
              <p:spPr>
                <a:xfrm>
                  <a:off x="6351588" y="4239260"/>
                  <a:ext cx="74613" cy="142241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</p:grp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49426BA3-C881-42FA-AD2E-101A1F59E750}"/>
              </a:ext>
            </a:extLst>
          </p:cNvPr>
          <p:cNvCxnSpPr>
            <a:cxnSpLocks/>
          </p:cNvCxnSpPr>
          <p:nvPr/>
        </p:nvCxnSpPr>
        <p:spPr>
          <a:xfrm flipH="1">
            <a:off x="2085859" y="2561281"/>
            <a:ext cx="14238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589F00C4-F8EA-43C5-AA18-91FAC8FB7342}"/>
              </a:ext>
            </a:extLst>
          </p:cNvPr>
          <p:cNvSpPr txBox="1"/>
          <p:nvPr/>
        </p:nvSpPr>
        <p:spPr>
          <a:xfrm>
            <a:off x="3509683" y="2238115"/>
            <a:ext cx="239357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Solution d’ions H</a:t>
            </a:r>
            <a:r>
              <a:rPr lang="fr-FR" baseline="30000" dirty="0"/>
              <a:t>+</a:t>
            </a:r>
          </a:p>
          <a:p>
            <a:r>
              <a:rPr lang="fr-FR" dirty="0"/>
              <a:t>C = 0,1 mol/L</a:t>
            </a:r>
          </a:p>
        </p:txBody>
      </p: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ACE80886-647B-4404-B585-851062515E51}"/>
              </a:ext>
            </a:extLst>
          </p:cNvPr>
          <p:cNvCxnSpPr>
            <a:cxnSpLocks/>
          </p:cNvCxnSpPr>
          <p:nvPr/>
        </p:nvCxnSpPr>
        <p:spPr>
          <a:xfrm flipH="1">
            <a:off x="2085859" y="5028321"/>
            <a:ext cx="14238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EBA5B3CB-77E1-439C-B0AF-708DE87653FB}"/>
              </a:ext>
            </a:extLst>
          </p:cNvPr>
          <p:cNvSpPr txBox="1"/>
          <p:nvPr/>
        </p:nvSpPr>
        <p:spPr>
          <a:xfrm>
            <a:off x="3509683" y="4705155"/>
            <a:ext cx="261377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Solution de Destop : ions HO</a:t>
            </a:r>
            <a:r>
              <a:rPr lang="fr-FR" baseline="30000" dirty="0"/>
              <a:t>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Indicateur coloré </a:t>
            </a:r>
            <a:r>
              <a:rPr lang="fr-FR"/>
              <a:t>: BBT</a:t>
            </a:r>
            <a:endParaRPr lang="fr-FR" dirty="0"/>
          </a:p>
          <a:p>
            <a:r>
              <a:rPr lang="fr-FR" dirty="0"/>
              <a:t>C = ??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ZoneTexte 47">
                <a:extLst>
                  <a:ext uri="{FF2B5EF4-FFF2-40B4-BE49-F238E27FC236}">
                    <a16:creationId xmlns:a16="http://schemas.microsoft.com/office/drawing/2014/main" id="{6AE06AAF-AB02-4B6F-B7AA-D679994DFA6F}"/>
                  </a:ext>
                </a:extLst>
              </p:cNvPr>
              <p:cNvSpPr txBox="1"/>
              <p:nvPr/>
            </p:nvSpPr>
            <p:spPr>
              <a:xfrm>
                <a:off x="6301128" y="2955830"/>
                <a:ext cx="550727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2800" b="0" i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p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HO</m:t>
                          </m:r>
                        </m:e>
                        <m:sup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=2 </m:t>
                      </m:r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</m:oMath>
                  </m:oMathPara>
                </a14:m>
                <a:endParaRPr lang="fr-FR" sz="2800" dirty="0"/>
              </a:p>
            </p:txBody>
          </p:sp>
        </mc:Choice>
        <mc:Fallback>
          <p:sp>
            <p:nvSpPr>
              <p:cNvPr id="50" name="ZoneTexte 47">
                <a:extLst>
                  <a:ext uri="{FF2B5EF4-FFF2-40B4-BE49-F238E27FC236}">
                    <a16:creationId xmlns:a16="http://schemas.microsoft.com/office/drawing/2014/main" id="{6AE06AAF-AB02-4B6F-B7AA-D679994DF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128" y="2955830"/>
                <a:ext cx="5507277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ZoneTexte 48">
                <a:extLst>
                  <a:ext uri="{FF2B5EF4-FFF2-40B4-BE49-F238E27FC236}">
                    <a16:creationId xmlns:a16="http://schemas.microsoft.com/office/drawing/2014/main" id="{49F5A99F-E994-4F3A-8BA7-3ADDA5E90BCB}"/>
                  </a:ext>
                </a:extLst>
              </p:cNvPr>
              <p:cNvSpPr txBox="1"/>
              <p:nvPr/>
            </p:nvSpPr>
            <p:spPr>
              <a:xfrm>
                <a:off x="6301128" y="3783846"/>
                <a:ext cx="3663240" cy="731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2000" dirty="0"/>
                  <a:t>À l’équivalence,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>
          <p:sp>
            <p:nvSpPr>
              <p:cNvPr id="51" name="ZoneTexte 48">
                <a:extLst>
                  <a:ext uri="{FF2B5EF4-FFF2-40B4-BE49-F238E27FC236}">
                    <a16:creationId xmlns:a16="http://schemas.microsoft.com/office/drawing/2014/main" id="{49F5A99F-E994-4F3A-8BA7-3ADDA5E90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128" y="3783846"/>
                <a:ext cx="3663240" cy="731547"/>
              </a:xfrm>
              <a:prstGeom prst="rect">
                <a:avLst/>
              </a:prstGeom>
              <a:blipFill>
                <a:blip r:embed="rId3"/>
                <a:stretch>
                  <a:fillRect l="-1830" t="-5000" b="-2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1378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392C01-3B3F-474F-AB89-140DE074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Dosage par étalonnage ou par titrage ?</a:t>
            </a:r>
          </a:p>
        </p:txBody>
      </p:sp>
      <p:graphicFrame>
        <p:nvGraphicFramePr>
          <p:cNvPr id="7" name="Espace réservé du contenu 3">
            <a:extLst>
              <a:ext uri="{FF2B5EF4-FFF2-40B4-BE49-F238E27FC236}">
                <a16:creationId xmlns:a16="http://schemas.microsoft.com/office/drawing/2014/main" id="{0AB48729-40B0-4FBF-8C9E-328935AC20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9755973"/>
              </p:ext>
            </p:extLst>
          </p:nvPr>
        </p:nvGraphicFramePr>
        <p:xfrm>
          <a:off x="1696468" y="2146180"/>
          <a:ext cx="8799064" cy="33769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340512531"/>
                    </a:ext>
                  </a:extLst>
                </a:gridCol>
                <a:gridCol w="3586045">
                  <a:extLst>
                    <a:ext uri="{9D8B030D-6E8A-4147-A177-3AD203B41FA5}">
                      <a16:colId xmlns:a16="http://schemas.microsoft.com/office/drawing/2014/main" val="2477712341"/>
                    </a:ext>
                  </a:extLst>
                </a:gridCol>
                <a:gridCol w="3689019">
                  <a:extLst>
                    <a:ext uri="{9D8B030D-6E8A-4147-A177-3AD203B41FA5}">
                      <a16:colId xmlns:a16="http://schemas.microsoft.com/office/drawing/2014/main" val="3808397808"/>
                    </a:ext>
                  </a:extLst>
                </a:gridCol>
              </a:tblGrid>
              <a:tr h="67538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Type de dosage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Étalonnage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Titrage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8141038"/>
                  </a:ext>
                </a:extLst>
              </a:tr>
              <a:tr h="67538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Méthode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Non destructrice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Destructrice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3548040"/>
                  </a:ext>
                </a:extLst>
              </a:tr>
              <a:tr h="67538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Suivi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Spectrophotométrique,</a:t>
                      </a:r>
                    </a:p>
                    <a:p>
                      <a:pPr algn="ctr"/>
                      <a:r>
                        <a:rPr lang="fr-FR" dirty="0"/>
                        <a:t>conductimétrique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Conductimétrie, pH-métrie, colorimétrie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0433245"/>
                  </a:ext>
                </a:extLst>
              </a:tr>
              <a:tr h="67538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dirty="0"/>
                        <a:t>Facile d’obtenir une concentration une fois l’étalonnage terminé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dirty="0"/>
                        <a:t>Rapide à réaliser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6641000"/>
                  </a:ext>
                </a:extLst>
              </a:tr>
              <a:tr h="67538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Inconvénients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Étalonnage long à réaliser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Destructeur : on doit refaire un dosage pour </a:t>
                      </a:r>
                      <a:r>
                        <a:rPr lang="fr-FR"/>
                        <a:t>chaque solution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914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2245120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330</TotalTime>
  <Words>425</Words>
  <Application>Microsoft Office PowerPoint</Application>
  <PresentationFormat>Grand écran</PresentationFormat>
  <Paragraphs>149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Rétrospective</vt:lpstr>
      <vt:lpstr>Dosages</vt:lpstr>
      <vt:lpstr>Échelle de teintes</vt:lpstr>
      <vt:lpstr>Loi de Kohlrausch</vt:lpstr>
      <vt:lpstr>Principe du conductimètre</vt:lpstr>
      <vt:lpstr>Dosage par étalonnage</vt:lpstr>
      <vt:lpstr>Dispositif de titrage</vt:lpstr>
      <vt:lpstr>Dosage de NaCl dans un sérum physiologique</vt:lpstr>
      <vt:lpstr>Dosage de NaCl dans un sérum physiologique</vt:lpstr>
      <vt:lpstr>Dosage de la soude dans le Destop</vt:lpstr>
      <vt:lpstr>Dosage par étalonnage ou par titrage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et couleur</dc:title>
  <dc:creator>Hugo Roussille</dc:creator>
  <cp:lastModifiedBy>Hugo Roussille</cp:lastModifiedBy>
  <cp:revision>47</cp:revision>
  <dcterms:created xsi:type="dcterms:W3CDTF">2019-03-27T15:07:39Z</dcterms:created>
  <dcterms:modified xsi:type="dcterms:W3CDTF">2019-06-19T10:06:29Z</dcterms:modified>
</cp:coreProperties>
</file>