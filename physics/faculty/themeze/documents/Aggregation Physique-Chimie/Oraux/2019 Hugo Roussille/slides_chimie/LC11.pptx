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25/06/2019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25/06/2019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Capteurs électrochimiques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4A181E-5B36-4DDE-BA99-FF03C435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2764"/>
          </a:xfrm>
        </p:spPr>
        <p:txBody>
          <a:bodyPr/>
          <a:lstStyle/>
          <a:p>
            <a:r>
              <a:rPr lang="fr-FR" dirty="0"/>
              <a:t>Potentiels d’électrode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48BBFC-A065-4DF1-A90C-CBED1D80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DBC774A3-26DE-408F-91D8-C59B49761B45}"/>
              </a:ext>
            </a:extLst>
          </p:cNvPr>
          <p:cNvGrpSpPr/>
          <p:nvPr/>
        </p:nvGrpSpPr>
        <p:grpSpPr>
          <a:xfrm>
            <a:off x="1965309" y="1666741"/>
            <a:ext cx="3437736" cy="3801583"/>
            <a:chOff x="1102612" y="2058300"/>
            <a:chExt cx="3437736" cy="3801583"/>
          </a:xfrm>
        </p:grpSpPr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D825551D-5F7F-4E72-A739-FECB5C003034}"/>
                </a:ext>
              </a:extLst>
            </p:cNvPr>
            <p:cNvGrpSpPr/>
            <p:nvPr/>
          </p:nvGrpSpPr>
          <p:grpSpPr>
            <a:xfrm>
              <a:off x="1385274" y="2058300"/>
              <a:ext cx="2461168" cy="3149804"/>
              <a:chOff x="1385274" y="2058300"/>
              <a:chExt cx="2461168" cy="3149804"/>
            </a:xfrm>
          </p:grpSpPr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1222DE59-11B4-4FBE-8FD8-000B749C2E74}"/>
                  </a:ext>
                </a:extLst>
              </p:cNvPr>
              <p:cNvGrpSpPr/>
              <p:nvPr/>
            </p:nvGrpSpPr>
            <p:grpSpPr>
              <a:xfrm>
                <a:off x="2271915" y="2058300"/>
                <a:ext cx="1574527" cy="3149804"/>
                <a:chOff x="2271915" y="2058300"/>
                <a:chExt cx="1574527" cy="3149804"/>
              </a:xfrm>
            </p:grpSpPr>
            <p:grpSp>
              <p:nvGrpSpPr>
                <p:cNvPr id="31" name="Groupe 30">
                  <a:extLst>
                    <a:ext uri="{FF2B5EF4-FFF2-40B4-BE49-F238E27FC236}">
                      <a16:creationId xmlns:a16="http://schemas.microsoft.com/office/drawing/2014/main" id="{62724175-13BB-47EA-9509-F02FCE77212F}"/>
                    </a:ext>
                  </a:extLst>
                </p:cNvPr>
                <p:cNvGrpSpPr/>
                <p:nvPr/>
              </p:nvGrpSpPr>
              <p:grpSpPr>
                <a:xfrm>
                  <a:off x="2271919" y="2058300"/>
                  <a:ext cx="1574523" cy="3149804"/>
                  <a:chOff x="2271919" y="2058300"/>
                  <a:chExt cx="1574523" cy="3149804"/>
                </a:xfrm>
              </p:grpSpPr>
              <p:grpSp>
                <p:nvGrpSpPr>
                  <p:cNvPr id="5" name="Grouper 48">
                    <a:extLst>
                      <a:ext uri="{FF2B5EF4-FFF2-40B4-BE49-F238E27FC236}">
                        <a16:creationId xmlns:a16="http://schemas.microsoft.com/office/drawing/2014/main" id="{2DC55C4D-DBF9-49C6-AD78-863B875BEA62}"/>
                      </a:ext>
                    </a:extLst>
                  </p:cNvPr>
                  <p:cNvGrpSpPr/>
                  <p:nvPr/>
                </p:nvGrpSpPr>
                <p:grpSpPr>
                  <a:xfrm>
                    <a:off x="2271919" y="2728650"/>
                    <a:ext cx="1574523" cy="2479454"/>
                    <a:chOff x="0" y="0"/>
                    <a:chExt cx="571500" cy="824230"/>
                  </a:xfrm>
                </p:grpSpPr>
                <p:grpSp>
                  <p:nvGrpSpPr>
                    <p:cNvPr id="6" name="Grouper 31">
                      <a:extLst>
                        <a:ext uri="{FF2B5EF4-FFF2-40B4-BE49-F238E27FC236}">
                          <a16:creationId xmlns:a16="http://schemas.microsoft.com/office/drawing/2014/main" id="{35B37C7E-BBC8-4ACD-B52E-9D8D572CE3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4130"/>
                      <a:ext cx="571500" cy="800100"/>
                      <a:chOff x="0" y="0"/>
                      <a:chExt cx="571500" cy="800100"/>
                    </a:xfrm>
                  </p:grpSpPr>
                  <p:sp>
                    <p:nvSpPr>
                      <p:cNvPr id="8" name="Arrondir un rectangle avec un coin du même côté 29">
                        <a:extLst>
                          <a:ext uri="{FF2B5EF4-FFF2-40B4-BE49-F238E27FC236}">
                            <a16:creationId xmlns:a16="http://schemas.microsoft.com/office/drawing/2014/main" id="{54D46A76-C750-4A3F-B5A2-14251A67F229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0" y="0"/>
                        <a:ext cx="571500" cy="800100"/>
                      </a:xfrm>
                      <a:prstGeom prst="round2Same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9" name="Arrondir un rectangle avec un coin du même côté 30">
                        <a:extLst>
                          <a:ext uri="{FF2B5EF4-FFF2-40B4-BE49-F238E27FC236}">
                            <a16:creationId xmlns:a16="http://schemas.microsoft.com/office/drawing/2014/main" id="{6317C273-6C8D-412B-BB14-D6C8621A961F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0" y="457200"/>
                        <a:ext cx="571500" cy="342900"/>
                      </a:xfrm>
                      <a:prstGeom prst="round2Same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BBE7C5C4-950D-4BA5-ABBB-19F361982B7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0" y="0"/>
                      <a:ext cx="571500" cy="4508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chemeClr val="bg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" name="Grouper 578">
                    <a:extLst>
                      <a:ext uri="{FF2B5EF4-FFF2-40B4-BE49-F238E27FC236}">
                        <a16:creationId xmlns:a16="http://schemas.microsoft.com/office/drawing/2014/main" id="{224A5D57-B183-46D6-9788-106988E0898A}"/>
                      </a:ext>
                    </a:extLst>
                  </p:cNvPr>
                  <p:cNvGrpSpPr/>
                  <p:nvPr/>
                </p:nvGrpSpPr>
                <p:grpSpPr>
                  <a:xfrm>
                    <a:off x="3426927" y="2948834"/>
                    <a:ext cx="220733" cy="1567286"/>
                    <a:chOff x="0" y="0"/>
                    <a:chExt cx="149860" cy="795020"/>
                  </a:xfrm>
                </p:grpSpPr>
                <p:sp>
                  <p:nvSpPr>
                    <p:cNvPr id="11" name="Rectangle 10">
                      <a:extLst>
                        <a:ext uri="{FF2B5EF4-FFF2-40B4-BE49-F238E27FC236}">
                          <a16:creationId xmlns:a16="http://schemas.microsoft.com/office/drawing/2014/main" id="{17F614C4-39EF-4D76-9FCB-4633814748D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19685" y="20320"/>
                      <a:ext cx="189865" cy="149225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" name="Rectangle 11">
                      <a:extLst>
                        <a:ext uri="{FF2B5EF4-FFF2-40B4-BE49-F238E27FC236}">
                          <a16:creationId xmlns:a16="http://schemas.microsoft.com/office/drawing/2014/main" id="{C1E47AEE-C851-40A4-94FF-6B1DA6752EE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219710" y="410210"/>
                      <a:ext cx="589915" cy="14922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49E8A288-DB36-4781-BEBC-E32CA9A3B4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144145" y="486410"/>
                      <a:ext cx="437515" cy="149225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73B86922-086F-4AA7-B31A-B1D58F5155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70" y="189865"/>
                      <a:ext cx="45719" cy="50101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15" name="Connecteur droit 14">
                      <a:extLst>
                        <a:ext uri="{FF2B5EF4-FFF2-40B4-BE49-F238E27FC236}">
                          <a16:creationId xmlns:a16="http://schemas.microsoft.com/office/drawing/2014/main" id="{EE3FECD8-8C4F-457F-95EB-05D256B0E1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9845" y="795020"/>
                      <a:ext cx="94430" cy="0"/>
                    </a:xfrm>
                    <a:prstGeom prst="line">
                      <a:avLst/>
                    </a:prstGeom>
                    <a:ln w="38100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Connecteur droit 15">
                      <a:extLst>
                        <a:ext uri="{FF2B5EF4-FFF2-40B4-BE49-F238E27FC236}">
                          <a16:creationId xmlns:a16="http://schemas.microsoft.com/office/drawing/2014/main" id="{0D296997-A47C-48A8-9CC8-26319365A86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3660" y="189865"/>
                      <a:ext cx="0" cy="427990"/>
                    </a:xfrm>
                    <a:prstGeom prst="line">
                      <a:avLst/>
                    </a:prstGeom>
                    <a:ln w="1270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7050DA23-CEAD-449D-9221-6A21976B1D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70" y="601980"/>
                      <a:ext cx="45085" cy="45085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D3112838-353A-419E-BC57-03E73CDAFE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610" y="644525"/>
                      <a:ext cx="45085" cy="45085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23" name="Parallélogramme 22">
                    <a:extLst>
                      <a:ext uri="{FF2B5EF4-FFF2-40B4-BE49-F238E27FC236}">
                        <a16:creationId xmlns:a16="http://schemas.microsoft.com/office/drawing/2014/main" id="{45E64A7D-B04C-4994-89A6-F40E88CE3A55}"/>
                      </a:ext>
                    </a:extLst>
                  </p:cNvPr>
                  <p:cNvSpPr/>
                  <p:nvPr/>
                </p:nvSpPr>
                <p:spPr>
                  <a:xfrm flipH="1">
                    <a:off x="2435087" y="2954607"/>
                    <a:ext cx="413868" cy="1580776"/>
                  </a:xfrm>
                  <a:prstGeom prst="parallelogram">
                    <a:avLst>
                      <a:gd name="adj" fmla="val 37903"/>
                    </a:avLst>
                  </a:prstGeom>
                  <a:solidFill>
                    <a:srgbClr val="CC9900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grpSp>
                <p:nvGrpSpPr>
                  <p:cNvPr id="30" name="Groupe 29">
                    <a:extLst>
                      <a:ext uri="{FF2B5EF4-FFF2-40B4-BE49-F238E27FC236}">
                        <a16:creationId xmlns:a16="http://schemas.microsoft.com/office/drawing/2014/main" id="{1F5B422F-61BB-47BD-BBD6-30CED6E517A8}"/>
                      </a:ext>
                    </a:extLst>
                  </p:cNvPr>
                  <p:cNvGrpSpPr/>
                  <p:nvPr/>
                </p:nvGrpSpPr>
                <p:grpSpPr>
                  <a:xfrm>
                    <a:off x="2575620" y="2058300"/>
                    <a:ext cx="994409" cy="1563723"/>
                    <a:chOff x="5136197" y="2708115"/>
                    <a:chExt cx="1919605" cy="1563723"/>
                  </a:xfrm>
                </p:grpSpPr>
                <p:sp>
                  <p:nvSpPr>
                    <p:cNvPr id="27" name="Arc 26">
                      <a:extLst>
                        <a:ext uri="{FF2B5EF4-FFF2-40B4-BE49-F238E27FC236}">
                          <a16:creationId xmlns:a16="http://schemas.microsoft.com/office/drawing/2014/main" id="{A485466B-3600-43C2-9649-210FC8C274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9452" y="2951038"/>
                      <a:ext cx="1276350" cy="1320800"/>
                    </a:xfrm>
                    <a:prstGeom prst="arc">
                      <a:avLst/>
                    </a:prstGeom>
                    <a:ln w="19050" cmpd="sng">
                      <a:solidFill>
                        <a:srgbClr val="000000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8" name="Arc 27">
                      <a:extLst>
                        <a:ext uri="{FF2B5EF4-FFF2-40B4-BE49-F238E27FC236}">
                          <a16:creationId xmlns:a16="http://schemas.microsoft.com/office/drawing/2014/main" id="{883EC51F-20AF-436B-B7C2-8867E478DC9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36197" y="2951038"/>
                      <a:ext cx="1381759" cy="1320800"/>
                    </a:xfrm>
                    <a:prstGeom prst="arc">
                      <a:avLst/>
                    </a:prstGeom>
                    <a:ln w="19050" cmpd="sng">
                      <a:solidFill>
                        <a:srgbClr val="000000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9" name="Ellipse 28">
                      <a:extLst>
                        <a:ext uri="{FF2B5EF4-FFF2-40B4-BE49-F238E27FC236}">
                          <a16:creationId xmlns:a16="http://schemas.microsoft.com/office/drawing/2014/main" id="{E7650137-2976-4260-B9D9-F50AA1B1CB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9593" y="2708115"/>
                      <a:ext cx="1003971" cy="52005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9050" cmpd="sng">
                      <a:solidFill>
                        <a:srgbClr val="00000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p:txBody>
                </p:sp>
              </p:grpSp>
            </p:grpSp>
            <p:sp>
              <p:nvSpPr>
                <p:cNvPr id="32" name="Arrondir un rectangle avec un coin du même côté 9">
                  <a:extLst>
                    <a:ext uri="{FF2B5EF4-FFF2-40B4-BE49-F238E27FC236}">
                      <a16:creationId xmlns:a16="http://schemas.microsoft.com/office/drawing/2014/main" id="{707D0F7D-99B8-43BD-B687-9934D1319508}"/>
                    </a:ext>
                  </a:extLst>
                </p:cNvPr>
                <p:cNvSpPr/>
                <p:nvPr/>
              </p:nvSpPr>
              <p:spPr>
                <a:xfrm rot="10800000">
                  <a:off x="2271915" y="4175045"/>
                  <a:ext cx="1574523" cy="1033058"/>
                </a:xfrm>
                <a:prstGeom prst="round2SameRect">
                  <a:avLst/>
                </a:prstGeom>
                <a:solidFill>
                  <a:schemeClr val="accent1">
                    <a:lumMod val="40000"/>
                    <a:lumOff val="60000"/>
                    <a:alpha val="50000"/>
                  </a:schemeClr>
                </a:solidFill>
                <a:ln w="3175" cmpd="sng"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3" name="Ellipse 32">
                  <a:extLst>
                    <a:ext uri="{FF2B5EF4-FFF2-40B4-BE49-F238E27FC236}">
                      <a16:creationId xmlns:a16="http://schemas.microsoft.com/office/drawing/2014/main" id="{AB323578-E972-4FEF-8193-1BA26A0E0344}"/>
                    </a:ext>
                  </a:extLst>
                </p:cNvPr>
                <p:cNvSpPr/>
                <p:nvPr/>
              </p:nvSpPr>
              <p:spPr>
                <a:xfrm>
                  <a:off x="2749480" y="2272376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4" name="Ellipse 33">
                  <a:extLst>
                    <a:ext uri="{FF2B5EF4-FFF2-40B4-BE49-F238E27FC236}">
                      <a16:creationId xmlns:a16="http://schemas.microsoft.com/office/drawing/2014/main" id="{5812FCC1-F77A-4140-85C1-8FBB345B39C3}"/>
                    </a:ext>
                  </a:extLst>
                </p:cNvPr>
                <p:cNvSpPr/>
                <p:nvPr/>
              </p:nvSpPr>
              <p:spPr>
                <a:xfrm>
                  <a:off x="3279765" y="2269796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ZoneTexte 35">
                    <a:extLst>
                      <a:ext uri="{FF2B5EF4-FFF2-40B4-BE49-F238E27FC236}">
                        <a16:creationId xmlns:a16="http://schemas.microsoft.com/office/drawing/2014/main" id="{FA7A55D8-3943-4587-9D24-47A0DE2F100C}"/>
                      </a:ext>
                    </a:extLst>
                  </p:cNvPr>
                  <p:cNvSpPr txBox="1"/>
                  <p:nvPr/>
                </p:nvSpPr>
                <p:spPr>
                  <a:xfrm>
                    <a:off x="1385274" y="3059668"/>
                    <a:ext cx="816377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oMath>
                      </m:oMathPara>
                    </a14:m>
                    <a:endParaRPr lang="fr-FR" sz="2400" dirty="0"/>
                  </a:p>
                </p:txBody>
              </p:sp>
            </mc:Choice>
            <mc:Fallback xmlns="">
              <p:sp>
                <p:nvSpPr>
                  <p:cNvPr id="36" name="ZoneTexte 35">
                    <a:extLst>
                      <a:ext uri="{FF2B5EF4-FFF2-40B4-BE49-F238E27FC236}">
                        <a16:creationId xmlns:a16="http://schemas.microsoft.com/office/drawing/2014/main" id="{FA7A55D8-3943-4587-9D24-47A0DE2F1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5274" y="3059668"/>
                    <a:ext cx="816377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895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ZoneTexte 36">
                    <a:extLst>
                      <a:ext uri="{FF2B5EF4-FFF2-40B4-BE49-F238E27FC236}">
                        <a16:creationId xmlns:a16="http://schemas.microsoft.com/office/drawing/2014/main" id="{1089648E-7CD7-4ACE-9990-472CE0CAF76D}"/>
                      </a:ext>
                    </a:extLst>
                  </p:cNvPr>
                  <p:cNvSpPr txBox="1"/>
                  <p:nvPr/>
                </p:nvSpPr>
                <p:spPr>
                  <a:xfrm>
                    <a:off x="2437514" y="4723625"/>
                    <a:ext cx="99200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Cu</m:t>
                              </m:r>
                            </m:e>
                            <m:sup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</m:sup>
                          </m:sSup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𝑎𝑞</m:t>
                              </m:r>
                            </m:e>
                          </m:d>
                        </m:oMath>
                      </m:oMathPara>
                    </a14:m>
                    <a:endParaRPr lang="fr-FR" dirty="0"/>
                  </a:p>
                </p:txBody>
              </p:sp>
            </mc:Choice>
            <mc:Fallback xmlns="">
              <p:sp>
                <p:nvSpPr>
                  <p:cNvPr id="37" name="ZoneTexte 36">
                    <a:extLst>
                      <a:ext uri="{FF2B5EF4-FFF2-40B4-BE49-F238E27FC236}">
                        <a16:creationId xmlns:a16="http://schemas.microsoft.com/office/drawing/2014/main" id="{1089648E-7CD7-4ACE-9990-472CE0CAF7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7514" y="4723625"/>
                    <a:ext cx="992002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908" t="-4444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4B7402D7-239D-4EF2-969D-6CDAD040494A}"/>
                    </a:ext>
                  </a:extLst>
                </p:cNvPr>
                <p:cNvSpPr txBox="1"/>
                <p:nvPr/>
              </p:nvSpPr>
              <p:spPr>
                <a:xfrm>
                  <a:off x="1102612" y="5490551"/>
                  <a:ext cx="34377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Cu</m:t>
                            </m:r>
                          </m:e>
                          <m:sup>
                            <m: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</m:sup>
                        </m:s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𝑎𝑞</m:t>
                            </m:r>
                          </m:e>
                        </m:d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Cu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4B7402D7-239D-4EF2-969D-6CDAD0404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612" y="5490551"/>
                  <a:ext cx="343773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950" b="-2459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81A5A2C3-CDAE-4E09-B246-E5D6F3D02B1A}"/>
              </a:ext>
            </a:extLst>
          </p:cNvPr>
          <p:cNvGrpSpPr/>
          <p:nvPr/>
        </p:nvGrpSpPr>
        <p:grpSpPr>
          <a:xfrm>
            <a:off x="6801779" y="1664423"/>
            <a:ext cx="3424912" cy="3801583"/>
            <a:chOff x="1102612" y="2058300"/>
            <a:chExt cx="3424912" cy="3801583"/>
          </a:xfrm>
        </p:grpSpPr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4F65FC40-4D24-4991-B3A3-A943BF0997F2}"/>
                </a:ext>
              </a:extLst>
            </p:cNvPr>
            <p:cNvGrpSpPr/>
            <p:nvPr/>
          </p:nvGrpSpPr>
          <p:grpSpPr>
            <a:xfrm>
              <a:off x="1385274" y="2058300"/>
              <a:ext cx="2461168" cy="3149804"/>
              <a:chOff x="1385274" y="2058300"/>
              <a:chExt cx="2461168" cy="3149804"/>
            </a:xfrm>
          </p:grpSpPr>
          <p:grpSp>
            <p:nvGrpSpPr>
              <p:cNvPr id="44" name="Groupe 43">
                <a:extLst>
                  <a:ext uri="{FF2B5EF4-FFF2-40B4-BE49-F238E27FC236}">
                    <a16:creationId xmlns:a16="http://schemas.microsoft.com/office/drawing/2014/main" id="{C6D30EE5-78E6-4E62-82FA-CBA1C6C40BE6}"/>
                  </a:ext>
                </a:extLst>
              </p:cNvPr>
              <p:cNvGrpSpPr/>
              <p:nvPr/>
            </p:nvGrpSpPr>
            <p:grpSpPr>
              <a:xfrm>
                <a:off x="2271915" y="2058300"/>
                <a:ext cx="1574527" cy="3149804"/>
                <a:chOff x="2271915" y="2058300"/>
                <a:chExt cx="1574527" cy="3149804"/>
              </a:xfrm>
            </p:grpSpPr>
            <p:grpSp>
              <p:nvGrpSpPr>
                <p:cNvPr id="47" name="Groupe 46">
                  <a:extLst>
                    <a:ext uri="{FF2B5EF4-FFF2-40B4-BE49-F238E27FC236}">
                      <a16:creationId xmlns:a16="http://schemas.microsoft.com/office/drawing/2014/main" id="{03FC98BE-00C7-4E49-BA98-9333B9CBA607}"/>
                    </a:ext>
                  </a:extLst>
                </p:cNvPr>
                <p:cNvGrpSpPr/>
                <p:nvPr/>
              </p:nvGrpSpPr>
              <p:grpSpPr>
                <a:xfrm>
                  <a:off x="2271919" y="2058300"/>
                  <a:ext cx="1574523" cy="3149804"/>
                  <a:chOff x="2271919" y="2058300"/>
                  <a:chExt cx="1574523" cy="3149804"/>
                </a:xfrm>
              </p:grpSpPr>
              <p:grpSp>
                <p:nvGrpSpPr>
                  <p:cNvPr id="51" name="Grouper 48">
                    <a:extLst>
                      <a:ext uri="{FF2B5EF4-FFF2-40B4-BE49-F238E27FC236}">
                        <a16:creationId xmlns:a16="http://schemas.microsoft.com/office/drawing/2014/main" id="{481F78AA-5711-4274-AB4C-9737894E7283}"/>
                      </a:ext>
                    </a:extLst>
                  </p:cNvPr>
                  <p:cNvGrpSpPr/>
                  <p:nvPr/>
                </p:nvGrpSpPr>
                <p:grpSpPr>
                  <a:xfrm>
                    <a:off x="2271919" y="2728650"/>
                    <a:ext cx="1574523" cy="2479454"/>
                    <a:chOff x="0" y="0"/>
                    <a:chExt cx="571500" cy="824230"/>
                  </a:xfrm>
                </p:grpSpPr>
                <p:grpSp>
                  <p:nvGrpSpPr>
                    <p:cNvPr id="66" name="Grouper 31">
                      <a:extLst>
                        <a:ext uri="{FF2B5EF4-FFF2-40B4-BE49-F238E27FC236}">
                          <a16:creationId xmlns:a16="http://schemas.microsoft.com/office/drawing/2014/main" id="{2634906B-48C4-43BB-ADC7-A603CFFCC7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4130"/>
                      <a:ext cx="571500" cy="800100"/>
                      <a:chOff x="0" y="0"/>
                      <a:chExt cx="571500" cy="800100"/>
                    </a:xfrm>
                  </p:grpSpPr>
                  <p:sp>
                    <p:nvSpPr>
                      <p:cNvPr id="68" name="Arrondir un rectangle avec un coin du même côté 29">
                        <a:extLst>
                          <a:ext uri="{FF2B5EF4-FFF2-40B4-BE49-F238E27FC236}">
                            <a16:creationId xmlns:a16="http://schemas.microsoft.com/office/drawing/2014/main" id="{16550D3F-23B7-499E-82DA-6C704F5857E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0" y="0"/>
                        <a:ext cx="571500" cy="800100"/>
                      </a:xfrm>
                      <a:prstGeom prst="round2Same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69" name="Arrondir un rectangle avec un coin du même côté 30">
                        <a:extLst>
                          <a:ext uri="{FF2B5EF4-FFF2-40B4-BE49-F238E27FC236}">
                            <a16:creationId xmlns:a16="http://schemas.microsoft.com/office/drawing/2014/main" id="{01AFB9EE-DF77-455D-9141-D717721FDB93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0" y="457200"/>
                        <a:ext cx="571500" cy="342900"/>
                      </a:xfrm>
                      <a:prstGeom prst="round2Same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04A014FD-EEC5-4B68-9D27-F67DF8971CF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0" y="0"/>
                      <a:ext cx="571500" cy="4508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chemeClr val="bg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2" name="Grouper 578">
                    <a:extLst>
                      <a:ext uri="{FF2B5EF4-FFF2-40B4-BE49-F238E27FC236}">
                        <a16:creationId xmlns:a16="http://schemas.microsoft.com/office/drawing/2014/main" id="{80D7D3F6-611C-4C7C-9159-85C09A16CDF1}"/>
                      </a:ext>
                    </a:extLst>
                  </p:cNvPr>
                  <p:cNvGrpSpPr/>
                  <p:nvPr/>
                </p:nvGrpSpPr>
                <p:grpSpPr>
                  <a:xfrm>
                    <a:off x="3426927" y="2948834"/>
                    <a:ext cx="220733" cy="1567286"/>
                    <a:chOff x="0" y="0"/>
                    <a:chExt cx="149860" cy="795020"/>
                  </a:xfrm>
                </p:grpSpPr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455E38FE-04C2-462A-B25C-9520798B5E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19685" y="20320"/>
                      <a:ext cx="189865" cy="149225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69C6FEB1-7A4E-4CF3-8F4D-02F7DBC463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219710" y="410210"/>
                      <a:ext cx="589915" cy="14922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A90513D1-0682-4A51-A6E5-8326BCDD66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144145" y="486410"/>
                      <a:ext cx="437515" cy="149225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F7110EDC-4DD5-40E3-B353-A073F760D3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70" y="189865"/>
                      <a:ext cx="45719" cy="50101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62" name="Connecteur droit 61">
                      <a:extLst>
                        <a:ext uri="{FF2B5EF4-FFF2-40B4-BE49-F238E27FC236}">
                          <a16:creationId xmlns:a16="http://schemas.microsoft.com/office/drawing/2014/main" id="{0973D7D3-9C93-46FC-85EC-1652DEE5142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9845" y="795020"/>
                      <a:ext cx="94430" cy="0"/>
                    </a:xfrm>
                    <a:prstGeom prst="line">
                      <a:avLst/>
                    </a:prstGeom>
                    <a:ln w="38100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Connecteur droit 62">
                      <a:extLst>
                        <a:ext uri="{FF2B5EF4-FFF2-40B4-BE49-F238E27FC236}">
                          <a16:creationId xmlns:a16="http://schemas.microsoft.com/office/drawing/2014/main" id="{B5A6A0F8-A921-4D9A-9757-3CA04795D1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3660" y="189865"/>
                      <a:ext cx="0" cy="427990"/>
                    </a:xfrm>
                    <a:prstGeom prst="line">
                      <a:avLst/>
                    </a:prstGeom>
                    <a:ln w="1270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7FC56059-F46F-4B1B-ACF5-2540A24702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70" y="601980"/>
                      <a:ext cx="45085" cy="45085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CED380C3-7C70-4275-B220-33E06831D7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610" y="644525"/>
                      <a:ext cx="45085" cy="45085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53" name="Parallélogramme 52">
                    <a:extLst>
                      <a:ext uri="{FF2B5EF4-FFF2-40B4-BE49-F238E27FC236}">
                        <a16:creationId xmlns:a16="http://schemas.microsoft.com/office/drawing/2014/main" id="{3B9C538C-921B-40A4-A91C-562896C9A628}"/>
                      </a:ext>
                    </a:extLst>
                  </p:cNvPr>
                  <p:cNvSpPr/>
                  <p:nvPr/>
                </p:nvSpPr>
                <p:spPr>
                  <a:xfrm flipH="1">
                    <a:off x="2435087" y="2954607"/>
                    <a:ext cx="413868" cy="1580776"/>
                  </a:xfrm>
                  <a:prstGeom prst="parallelogram">
                    <a:avLst>
                      <a:gd name="adj" fmla="val 37903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grpSp>
                <p:nvGrpSpPr>
                  <p:cNvPr id="54" name="Groupe 53">
                    <a:extLst>
                      <a:ext uri="{FF2B5EF4-FFF2-40B4-BE49-F238E27FC236}">
                        <a16:creationId xmlns:a16="http://schemas.microsoft.com/office/drawing/2014/main" id="{5CCF6498-32B8-4869-A0CA-729C250B7C69}"/>
                      </a:ext>
                    </a:extLst>
                  </p:cNvPr>
                  <p:cNvGrpSpPr/>
                  <p:nvPr/>
                </p:nvGrpSpPr>
                <p:grpSpPr>
                  <a:xfrm>
                    <a:off x="2575620" y="2058300"/>
                    <a:ext cx="994409" cy="1563723"/>
                    <a:chOff x="5136197" y="2708115"/>
                    <a:chExt cx="1919605" cy="1563723"/>
                  </a:xfrm>
                </p:grpSpPr>
                <p:sp>
                  <p:nvSpPr>
                    <p:cNvPr id="55" name="Arc 54">
                      <a:extLst>
                        <a:ext uri="{FF2B5EF4-FFF2-40B4-BE49-F238E27FC236}">
                          <a16:creationId xmlns:a16="http://schemas.microsoft.com/office/drawing/2014/main" id="{B2D27DE8-C7BA-4222-A83E-44B8D70521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9452" y="2951038"/>
                      <a:ext cx="1276350" cy="1320800"/>
                    </a:xfrm>
                    <a:prstGeom prst="arc">
                      <a:avLst/>
                    </a:prstGeom>
                    <a:ln w="19050" cmpd="sng">
                      <a:solidFill>
                        <a:srgbClr val="000000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6" name="Arc 55">
                      <a:extLst>
                        <a:ext uri="{FF2B5EF4-FFF2-40B4-BE49-F238E27FC236}">
                          <a16:creationId xmlns:a16="http://schemas.microsoft.com/office/drawing/2014/main" id="{B523CD8A-B3C4-4CBB-943C-D3828579099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36197" y="2951038"/>
                      <a:ext cx="1381759" cy="1320800"/>
                    </a:xfrm>
                    <a:prstGeom prst="arc">
                      <a:avLst/>
                    </a:prstGeom>
                    <a:ln w="19050" cmpd="sng">
                      <a:solidFill>
                        <a:srgbClr val="000000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" name="Ellipse 56">
                      <a:extLst>
                        <a:ext uri="{FF2B5EF4-FFF2-40B4-BE49-F238E27FC236}">
                          <a16:creationId xmlns:a16="http://schemas.microsoft.com/office/drawing/2014/main" id="{C6F1CAB3-01BF-40EE-BA6B-6BF079B72A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9593" y="2708115"/>
                      <a:ext cx="1003971" cy="52005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9050" cmpd="sng">
                      <a:solidFill>
                        <a:srgbClr val="00000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p:txBody>
                </p:sp>
              </p:grpSp>
            </p:grpSp>
            <p:sp>
              <p:nvSpPr>
                <p:cNvPr id="48" name="Arrondir un rectangle avec un coin du même côté 9">
                  <a:extLst>
                    <a:ext uri="{FF2B5EF4-FFF2-40B4-BE49-F238E27FC236}">
                      <a16:creationId xmlns:a16="http://schemas.microsoft.com/office/drawing/2014/main" id="{667ECDC6-0B6C-49F7-9C37-63F2EC1AEBFD}"/>
                    </a:ext>
                  </a:extLst>
                </p:cNvPr>
                <p:cNvSpPr/>
                <p:nvPr/>
              </p:nvSpPr>
              <p:spPr>
                <a:xfrm rot="10800000">
                  <a:off x="2271915" y="4175045"/>
                  <a:ext cx="1574523" cy="1033058"/>
                </a:xfrm>
                <a:prstGeom prst="round2Same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3175" cmpd="sng"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49" name="Ellipse 48">
                  <a:extLst>
                    <a:ext uri="{FF2B5EF4-FFF2-40B4-BE49-F238E27FC236}">
                      <a16:creationId xmlns:a16="http://schemas.microsoft.com/office/drawing/2014/main" id="{0AAEB6FA-934E-4670-8394-D4C28F228D76}"/>
                    </a:ext>
                  </a:extLst>
                </p:cNvPr>
                <p:cNvSpPr/>
                <p:nvPr/>
              </p:nvSpPr>
              <p:spPr>
                <a:xfrm>
                  <a:off x="2749480" y="2272376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0" name="Ellipse 49">
                  <a:extLst>
                    <a:ext uri="{FF2B5EF4-FFF2-40B4-BE49-F238E27FC236}">
                      <a16:creationId xmlns:a16="http://schemas.microsoft.com/office/drawing/2014/main" id="{C1A53F64-16D5-4972-8E94-6CE5F7EDBBDA}"/>
                    </a:ext>
                  </a:extLst>
                </p:cNvPr>
                <p:cNvSpPr/>
                <p:nvPr/>
              </p:nvSpPr>
              <p:spPr>
                <a:xfrm>
                  <a:off x="3279765" y="2269796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ZoneTexte 44">
                    <a:extLst>
                      <a:ext uri="{FF2B5EF4-FFF2-40B4-BE49-F238E27FC236}">
                        <a16:creationId xmlns:a16="http://schemas.microsoft.com/office/drawing/2014/main" id="{3D7F1630-2FCA-47E5-8F88-1573953889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85274" y="3059668"/>
                    <a:ext cx="809965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Zn</m:t>
                          </m:r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oMath>
                      </m:oMathPara>
                    </a14:m>
                    <a:endParaRPr lang="fr-FR" sz="2400" dirty="0"/>
                  </a:p>
                </p:txBody>
              </p:sp>
            </mc:Choice>
            <mc:Fallback xmlns="">
              <p:sp>
                <p:nvSpPr>
                  <p:cNvPr id="45" name="ZoneTexte 44">
                    <a:extLst>
                      <a:ext uri="{FF2B5EF4-FFF2-40B4-BE49-F238E27FC236}">
                        <a16:creationId xmlns:a16="http://schemas.microsoft.com/office/drawing/2014/main" id="{3D7F1630-2FCA-47E5-8F88-1573953889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5274" y="3059668"/>
                    <a:ext cx="80996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271" b="-655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ZoneTexte 45">
                    <a:extLst>
                      <a:ext uri="{FF2B5EF4-FFF2-40B4-BE49-F238E27FC236}">
                        <a16:creationId xmlns:a16="http://schemas.microsoft.com/office/drawing/2014/main" id="{485495B6-EE90-40E3-B546-C52234346AF0}"/>
                      </a:ext>
                    </a:extLst>
                  </p:cNvPr>
                  <p:cNvSpPr txBox="1"/>
                  <p:nvPr/>
                </p:nvSpPr>
                <p:spPr>
                  <a:xfrm>
                    <a:off x="2437514" y="4723625"/>
                    <a:ext cx="98559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Zn</m:t>
                              </m:r>
                            </m:e>
                            <m:sup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</m:sup>
                          </m:sSup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𝑎𝑞</m:t>
                              </m:r>
                            </m:e>
                          </m:d>
                        </m:oMath>
                      </m:oMathPara>
                    </a14:m>
                    <a:endParaRPr lang="fr-FR" dirty="0"/>
                  </a:p>
                </p:txBody>
              </p:sp>
            </mc:Choice>
            <mc:Fallback xmlns="">
              <p:sp>
                <p:nvSpPr>
                  <p:cNvPr id="46" name="ZoneTexte 45">
                    <a:extLst>
                      <a:ext uri="{FF2B5EF4-FFF2-40B4-BE49-F238E27FC236}">
                        <a16:creationId xmlns:a16="http://schemas.microsoft.com/office/drawing/2014/main" id="{485495B6-EE90-40E3-B546-C52234346A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7514" y="4723625"/>
                    <a:ext cx="98559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5590" t="-4348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302E2A9C-3554-4275-B184-3A1339552835}"/>
                    </a:ext>
                  </a:extLst>
                </p:cNvPr>
                <p:cNvSpPr txBox="1"/>
                <p:nvPr/>
              </p:nvSpPr>
              <p:spPr>
                <a:xfrm>
                  <a:off x="1102612" y="5490551"/>
                  <a:ext cx="342491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Zn</m:t>
                            </m:r>
                          </m:e>
                          <m:sup>
                            <m: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</m:sup>
                        </m:s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𝑎𝑞</m:t>
                            </m:r>
                          </m:e>
                        </m:d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Zn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302E2A9C-3554-4275-B184-3A13395528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612" y="5490551"/>
                  <a:ext cx="342491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135" b="-2459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Espace réservé du pied de page 3">
            <a:extLst>
              <a:ext uri="{FF2B5EF4-FFF2-40B4-BE49-F238E27FC236}">
                <a16:creationId xmlns:a16="http://schemas.microsoft.com/office/drawing/2014/main" id="{FA32ACB1-944A-4FD4-AAFC-330FFD77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604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3090EF-A9FF-4A1F-8390-262693A7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Électrodes de référence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4BEAF9-1B0B-40CA-8CAC-9ED43289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pic>
        <p:nvPicPr>
          <p:cNvPr id="1026" name="Picture 2" descr="RÃ©sultat de recherche d'images pour &quot;standard hydrogen electrode&quot;">
            <a:extLst>
              <a:ext uri="{FF2B5EF4-FFF2-40B4-BE49-F238E27FC236}">
                <a16:creationId xmlns:a16="http://schemas.microsoft.com/office/drawing/2014/main" id="{D0BCDEC1-0FB1-4690-8731-A8EBEBFB1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229" y="1381539"/>
            <a:ext cx="2614121" cy="433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B0013CF-A8C1-4449-B6F2-8EC35C4D7C11}"/>
              </a:ext>
            </a:extLst>
          </p:cNvPr>
          <p:cNvSpPr txBox="1"/>
          <p:nvPr/>
        </p:nvSpPr>
        <p:spPr>
          <a:xfrm>
            <a:off x="1172315" y="5784575"/>
            <a:ext cx="41139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Électrode standard à hydrogène (ESH)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24A988D-0E26-4F9B-8676-DD786BD190D5}"/>
                  </a:ext>
                </a:extLst>
              </p:cNvPr>
              <p:cNvSpPr txBox="1"/>
              <p:nvPr/>
            </p:nvSpPr>
            <p:spPr>
              <a:xfrm>
                <a:off x="3431809" y="2020958"/>
                <a:ext cx="1404872" cy="3931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fr-FR" b="0" i="0" dirty="0" smtClean="0">
                          <a:latin typeface="Cambria Math" panose="02040503050406030204" pitchFamily="18" charset="0"/>
                        </a:rPr>
                        <m:t>bar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24A988D-0E26-4F9B-8676-DD786BD19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809" y="2020958"/>
                <a:ext cx="1404872" cy="3931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ECF1979-39C1-4206-BBAB-09577B74AD97}"/>
                  </a:ext>
                </a:extLst>
              </p:cNvPr>
              <p:cNvSpPr txBox="1"/>
              <p:nvPr/>
            </p:nvSpPr>
            <p:spPr>
              <a:xfrm>
                <a:off x="6197048" y="3352062"/>
                <a:ext cx="35907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2 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+2 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ECF1979-39C1-4206-BBAB-09577B74A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48" y="3352062"/>
                <a:ext cx="3590791" cy="369332"/>
              </a:xfrm>
              <a:prstGeom prst="rect">
                <a:avLst/>
              </a:prstGeom>
              <a:blipFill>
                <a:blip r:embed="rId4"/>
                <a:stretch>
                  <a:fillRect l="-1698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5CE683EA-1502-42E1-B149-1030F5405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610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3090EF-A9FF-4A1F-8390-262693A7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Électrodes de référence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4BEAF9-1B0B-40CA-8CAC-9ED43289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B0013CF-A8C1-4449-B6F2-8EC35C4D7C11}"/>
              </a:ext>
            </a:extLst>
          </p:cNvPr>
          <p:cNvSpPr txBox="1"/>
          <p:nvPr/>
        </p:nvSpPr>
        <p:spPr>
          <a:xfrm>
            <a:off x="6897253" y="5853597"/>
            <a:ext cx="3802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Électrode au calomel saturée (ECS)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ECF1979-39C1-4206-BBAB-09577B74AD97}"/>
                  </a:ext>
                </a:extLst>
              </p:cNvPr>
              <p:cNvSpPr txBox="1"/>
              <p:nvPr/>
            </p:nvSpPr>
            <p:spPr>
              <a:xfrm>
                <a:off x="1097280" y="3465244"/>
                <a:ext cx="56974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Hg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Cl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+2 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Hg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+2 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ECF1979-39C1-4206-BBAB-09577B74A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465244"/>
                <a:ext cx="5697457" cy="369332"/>
              </a:xfrm>
              <a:prstGeom prst="rect">
                <a:avLst/>
              </a:prstGeom>
              <a:blipFill>
                <a:blip r:embed="rId2"/>
                <a:stretch>
                  <a:fillRect b="-327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2D532FD8-6C01-475F-AE9D-1F0B58D86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788" y="1233405"/>
            <a:ext cx="2578997" cy="4620192"/>
          </a:xfrm>
          <a:prstGeom prst="rect">
            <a:avLst/>
          </a:prstGeom>
        </p:spPr>
      </p:pic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905D6225-1BB8-4404-BEAD-72BCA925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1770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24A181E-5B36-4DDE-BA99-FF03C435BC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97280" y="286604"/>
                <a:ext cx="10058400" cy="922764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Potentiel d’électrode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F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3+</m:t>
                        </m:r>
                      </m:sup>
                    </m:sSup>
                    <m:r>
                      <a:rPr lang="fr-FR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F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p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24A181E-5B36-4DDE-BA99-FF03C435BC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97280" y="286604"/>
                <a:ext cx="10058400" cy="922764"/>
              </a:xfrm>
              <a:blipFill>
                <a:blip r:embed="rId2"/>
                <a:stretch>
                  <a:fillRect l="-2727" t="-3311" b="-364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48BBFC-A065-4DF1-A90C-CBED1D80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31DD14D-0C41-42EB-8A1D-D6EE5A438766}"/>
              </a:ext>
            </a:extLst>
          </p:cNvPr>
          <p:cNvGrpSpPr/>
          <p:nvPr/>
        </p:nvGrpSpPr>
        <p:grpSpPr>
          <a:xfrm>
            <a:off x="7036985" y="1256741"/>
            <a:ext cx="3637642" cy="4984175"/>
            <a:chOff x="2882428" y="1287872"/>
            <a:chExt cx="3637642" cy="4984175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7A5A1DF8-EEC1-4852-B6BE-D57A772BDCE7}"/>
                </a:ext>
              </a:extLst>
            </p:cNvPr>
            <p:cNvGrpSpPr/>
            <p:nvPr/>
          </p:nvGrpSpPr>
          <p:grpSpPr>
            <a:xfrm>
              <a:off x="2882428" y="3036976"/>
              <a:ext cx="2739910" cy="3149804"/>
              <a:chOff x="4316867" y="1881398"/>
              <a:chExt cx="2739910" cy="3149804"/>
            </a:xfrm>
          </p:grpSpPr>
          <p:grpSp>
            <p:nvGrpSpPr>
              <p:cNvPr id="38" name="Groupe 37">
                <a:extLst>
                  <a:ext uri="{FF2B5EF4-FFF2-40B4-BE49-F238E27FC236}">
                    <a16:creationId xmlns:a16="http://schemas.microsoft.com/office/drawing/2014/main" id="{D825551D-5F7F-4E72-A739-FECB5C003034}"/>
                  </a:ext>
                </a:extLst>
              </p:cNvPr>
              <p:cNvGrpSpPr/>
              <p:nvPr/>
            </p:nvGrpSpPr>
            <p:grpSpPr>
              <a:xfrm>
                <a:off x="4316867" y="1881398"/>
                <a:ext cx="2739910" cy="3149804"/>
                <a:chOff x="1794335" y="2058300"/>
                <a:chExt cx="2739910" cy="3149804"/>
              </a:xfrm>
            </p:grpSpPr>
            <p:grpSp>
              <p:nvGrpSpPr>
                <p:cNvPr id="35" name="Groupe 34">
                  <a:extLst>
                    <a:ext uri="{FF2B5EF4-FFF2-40B4-BE49-F238E27FC236}">
                      <a16:creationId xmlns:a16="http://schemas.microsoft.com/office/drawing/2014/main" id="{1222DE59-11B4-4FBE-8FD8-000B749C2E74}"/>
                    </a:ext>
                  </a:extLst>
                </p:cNvPr>
                <p:cNvGrpSpPr/>
                <p:nvPr/>
              </p:nvGrpSpPr>
              <p:grpSpPr>
                <a:xfrm>
                  <a:off x="2271914" y="2058300"/>
                  <a:ext cx="2262331" cy="3149804"/>
                  <a:chOff x="2271914" y="2058300"/>
                  <a:chExt cx="2262331" cy="3149804"/>
                </a:xfrm>
              </p:grpSpPr>
              <p:grpSp>
                <p:nvGrpSpPr>
                  <p:cNvPr id="31" name="Groupe 30">
                    <a:extLst>
                      <a:ext uri="{FF2B5EF4-FFF2-40B4-BE49-F238E27FC236}">
                        <a16:creationId xmlns:a16="http://schemas.microsoft.com/office/drawing/2014/main" id="{62724175-13BB-47EA-9509-F02FCE77212F}"/>
                      </a:ext>
                    </a:extLst>
                  </p:cNvPr>
                  <p:cNvGrpSpPr/>
                  <p:nvPr/>
                </p:nvGrpSpPr>
                <p:grpSpPr>
                  <a:xfrm>
                    <a:off x="2271919" y="2058300"/>
                    <a:ext cx="2262326" cy="3149804"/>
                    <a:chOff x="2271919" y="2058300"/>
                    <a:chExt cx="2262326" cy="3149804"/>
                  </a:xfrm>
                </p:grpSpPr>
                <p:grpSp>
                  <p:nvGrpSpPr>
                    <p:cNvPr id="5" name="Grouper 48">
                      <a:extLst>
                        <a:ext uri="{FF2B5EF4-FFF2-40B4-BE49-F238E27FC236}">
                          <a16:creationId xmlns:a16="http://schemas.microsoft.com/office/drawing/2014/main" id="{2DC55C4D-DBF9-49C6-AD78-863B875BEA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71919" y="2728650"/>
                      <a:ext cx="2262326" cy="2479454"/>
                      <a:chOff x="0" y="0"/>
                      <a:chExt cx="821150" cy="824230"/>
                    </a:xfrm>
                  </p:grpSpPr>
                  <p:grpSp>
                    <p:nvGrpSpPr>
                      <p:cNvPr id="6" name="Grouper 31">
                        <a:extLst>
                          <a:ext uri="{FF2B5EF4-FFF2-40B4-BE49-F238E27FC236}">
                            <a16:creationId xmlns:a16="http://schemas.microsoft.com/office/drawing/2014/main" id="{35B37C7E-BBC8-4ACD-B52E-9D8D572CE3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24130"/>
                        <a:ext cx="821150" cy="800100"/>
                        <a:chOff x="0" y="0"/>
                        <a:chExt cx="821150" cy="800100"/>
                      </a:xfrm>
                    </p:grpSpPr>
                    <p:sp>
                      <p:nvSpPr>
                        <p:cNvPr id="8" name="Arrondir un rectangle avec un coin du même côté 29">
                          <a:extLst>
                            <a:ext uri="{FF2B5EF4-FFF2-40B4-BE49-F238E27FC236}">
                              <a16:creationId xmlns:a16="http://schemas.microsoft.com/office/drawing/2014/main" id="{54D46A76-C750-4A3F-B5A2-14251A67F22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0" y="0"/>
                          <a:ext cx="821150" cy="800100"/>
                        </a:xfrm>
                        <a:prstGeom prst="round2Same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9" name="Arrondir un rectangle avec un coin du même côté 30">
                          <a:extLst>
                            <a:ext uri="{FF2B5EF4-FFF2-40B4-BE49-F238E27FC236}">
                              <a16:creationId xmlns:a16="http://schemas.microsoft.com/office/drawing/2014/main" id="{6317C273-6C8D-412B-BB14-D6C8621A96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0" y="457200"/>
                          <a:ext cx="821150" cy="342900"/>
                        </a:xfrm>
                        <a:prstGeom prst="round2Same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7" name="Rectangle 6">
                        <a:extLst>
                          <a:ext uri="{FF2B5EF4-FFF2-40B4-BE49-F238E27FC236}">
                            <a16:creationId xmlns:a16="http://schemas.microsoft.com/office/drawing/2014/main" id="{BBE7C5C4-950D-4BA5-ABBB-19F361982B77}"/>
                          </a:ext>
                        </a:extLst>
                      </p:cNvPr>
                      <p:cNvSpPr/>
                      <p:nvPr/>
                    </p:nvSpPr>
                    <p:spPr>
                      <a:xfrm flipV="1">
                        <a:off x="0" y="0"/>
                        <a:ext cx="821150" cy="44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bg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grpSp>
                  <p:nvGrpSpPr>
                    <p:cNvPr id="10" name="Grouper 578">
                      <a:extLst>
                        <a:ext uri="{FF2B5EF4-FFF2-40B4-BE49-F238E27FC236}">
                          <a16:creationId xmlns:a16="http://schemas.microsoft.com/office/drawing/2014/main" id="{224A5D57-B183-46D6-9788-106988E089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26927" y="2948834"/>
                      <a:ext cx="220733" cy="1567286"/>
                      <a:chOff x="0" y="0"/>
                      <a:chExt cx="149860" cy="795020"/>
                    </a:xfrm>
                  </p:grpSpPr>
                  <p:sp>
                    <p:nvSpPr>
                      <p:cNvPr id="11" name="Rectangle 10">
                        <a:extLst>
                          <a:ext uri="{FF2B5EF4-FFF2-40B4-BE49-F238E27FC236}">
                            <a16:creationId xmlns:a16="http://schemas.microsoft.com/office/drawing/2014/main" id="{17F614C4-39EF-4D76-9FCB-4633814748D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-19685" y="20320"/>
                        <a:ext cx="189865" cy="1492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  <a:ln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12" name="Rectangle 11">
                        <a:extLst>
                          <a:ext uri="{FF2B5EF4-FFF2-40B4-BE49-F238E27FC236}">
                            <a16:creationId xmlns:a16="http://schemas.microsoft.com/office/drawing/2014/main" id="{C1E47AEE-C851-40A4-94FF-6B1DA6752EE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-219710" y="410210"/>
                        <a:ext cx="589915" cy="149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13" name="Rectangle 12">
                        <a:extLst>
                          <a:ext uri="{FF2B5EF4-FFF2-40B4-BE49-F238E27FC236}">
                            <a16:creationId xmlns:a16="http://schemas.microsoft.com/office/drawing/2014/main" id="{49E8A288-DB36-4781-BEBC-E32CA9A3B41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-144145" y="486410"/>
                        <a:ext cx="437515" cy="1492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14" name="Rectangle 13">
                        <a:extLst>
                          <a:ext uri="{FF2B5EF4-FFF2-40B4-BE49-F238E27FC236}">
                            <a16:creationId xmlns:a16="http://schemas.microsoft.com/office/drawing/2014/main" id="{73B86922-086F-4AA7-B31A-B1D58F5155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070" y="189865"/>
                        <a:ext cx="45719" cy="50101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cxnSp>
                    <p:nvCxnSpPr>
                      <p:cNvPr id="15" name="Connecteur droit 14">
                        <a:extLst>
                          <a:ext uri="{FF2B5EF4-FFF2-40B4-BE49-F238E27FC236}">
                            <a16:creationId xmlns:a16="http://schemas.microsoft.com/office/drawing/2014/main" id="{EE3FECD8-8C4F-457F-95EB-05D256B0E10C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9845" y="795020"/>
                        <a:ext cx="94430" cy="0"/>
                      </a:xfrm>
                      <a:prstGeom prst="line">
                        <a:avLst/>
                      </a:prstGeom>
                      <a:ln w="38100" cmpd="sng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Connecteur droit 15">
                        <a:extLst>
                          <a:ext uri="{FF2B5EF4-FFF2-40B4-BE49-F238E27FC236}">
                            <a16:creationId xmlns:a16="http://schemas.microsoft.com/office/drawing/2014/main" id="{0D296997-A47C-48A8-9CC8-26319365A86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3660" y="189865"/>
                        <a:ext cx="0" cy="42799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7050DA23-CEAD-449D-9221-6A21976B1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070" y="601980"/>
                        <a:ext cx="45085" cy="45085"/>
                      </a:xfrm>
                      <a:prstGeom prst="rect">
                        <a:avLst/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D3112838-353A-419E-BC57-03E73CDAFE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610" y="644525"/>
                        <a:ext cx="45085" cy="45085"/>
                      </a:xfrm>
                      <a:prstGeom prst="rect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grpSp>
                  <p:nvGrpSpPr>
                    <p:cNvPr id="30" name="Groupe 29">
                      <a:extLst>
                        <a:ext uri="{FF2B5EF4-FFF2-40B4-BE49-F238E27FC236}">
                          <a16:creationId xmlns:a16="http://schemas.microsoft.com/office/drawing/2014/main" id="{1F5B422F-61BB-47BD-BBD6-30CED6E517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75620" y="2058300"/>
                      <a:ext cx="994409" cy="1563723"/>
                      <a:chOff x="5136197" y="2708115"/>
                      <a:chExt cx="1919605" cy="1563723"/>
                    </a:xfrm>
                  </p:grpSpPr>
                  <p:sp>
                    <p:nvSpPr>
                      <p:cNvPr id="27" name="Arc 26">
                        <a:extLst>
                          <a:ext uri="{FF2B5EF4-FFF2-40B4-BE49-F238E27FC236}">
                            <a16:creationId xmlns:a16="http://schemas.microsoft.com/office/drawing/2014/main" id="{A485466B-3600-43C2-9649-210FC8C274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9452" y="2951038"/>
                        <a:ext cx="1276350" cy="1320800"/>
                      </a:xfrm>
                      <a:prstGeom prst="arc">
                        <a:avLst/>
                      </a:prstGeom>
                      <a:ln w="1905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8" name="Arc 27">
                        <a:extLst>
                          <a:ext uri="{FF2B5EF4-FFF2-40B4-BE49-F238E27FC236}">
                            <a16:creationId xmlns:a16="http://schemas.microsoft.com/office/drawing/2014/main" id="{883EC51F-20AF-436B-B7C2-8867E478DC9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5136197" y="2951038"/>
                        <a:ext cx="1381759" cy="1320800"/>
                      </a:xfrm>
                      <a:prstGeom prst="arc">
                        <a:avLst/>
                      </a:prstGeom>
                      <a:ln w="1905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9" name="Ellipse 28">
                        <a:extLst>
                          <a:ext uri="{FF2B5EF4-FFF2-40B4-BE49-F238E27FC236}">
                            <a16:creationId xmlns:a16="http://schemas.microsoft.com/office/drawing/2014/main" id="{E7650137-2976-4260-B9D9-F50AA1B1CB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29593" y="2708115"/>
                        <a:ext cx="1003971" cy="520056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1905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/>
                        <a:r>
                          <a:rPr lang="fr-FR" sz="2400" b="1" dirty="0">
                            <a:solidFill>
                              <a:schemeClr val="tx1"/>
                            </a:solidFill>
                          </a:rPr>
                          <a:t>V</a:t>
                        </a:r>
                      </a:p>
                    </p:txBody>
                  </p:sp>
                </p:grpSp>
              </p:grpSp>
              <p:sp>
                <p:nvSpPr>
                  <p:cNvPr id="32" name="Arrondir un rectangle avec un coin du même côté 9">
                    <a:extLst>
                      <a:ext uri="{FF2B5EF4-FFF2-40B4-BE49-F238E27FC236}">
                        <a16:creationId xmlns:a16="http://schemas.microsoft.com/office/drawing/2014/main" id="{707D0F7D-99B8-43BD-B687-9934D131950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271914" y="4175045"/>
                    <a:ext cx="2262331" cy="1033058"/>
                  </a:xfrm>
                  <a:prstGeom prst="round2SameRect">
                    <a:avLst/>
                  </a:prstGeom>
                  <a:solidFill>
                    <a:schemeClr val="bg1">
                      <a:lumMod val="95000"/>
                      <a:alpha val="50000"/>
                    </a:schemeClr>
                  </a:solidFill>
                  <a:ln w="3175" cmpd="sng">
                    <a:solidFill>
                      <a:srgbClr val="00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 dirty="0"/>
                  </a:p>
                </p:txBody>
              </p:sp>
              <p:sp>
                <p:nvSpPr>
                  <p:cNvPr id="33" name="Ellipse 32">
                    <a:extLst>
                      <a:ext uri="{FF2B5EF4-FFF2-40B4-BE49-F238E27FC236}">
                        <a16:creationId xmlns:a16="http://schemas.microsoft.com/office/drawing/2014/main" id="{AB323578-E972-4FEF-8193-1BA26A0E0344}"/>
                      </a:ext>
                    </a:extLst>
                  </p:cNvPr>
                  <p:cNvSpPr/>
                  <p:nvPr/>
                </p:nvSpPr>
                <p:spPr>
                  <a:xfrm>
                    <a:off x="2749480" y="2272376"/>
                    <a:ext cx="144000" cy="144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4" name="Ellipse 33">
                    <a:extLst>
                      <a:ext uri="{FF2B5EF4-FFF2-40B4-BE49-F238E27FC236}">
                        <a16:creationId xmlns:a16="http://schemas.microsoft.com/office/drawing/2014/main" id="{5812FCC1-F77A-4140-85C1-8FBB345B39C3}"/>
                      </a:ext>
                    </a:extLst>
                  </p:cNvPr>
                  <p:cNvSpPr/>
                  <p:nvPr/>
                </p:nvSpPr>
                <p:spPr>
                  <a:xfrm>
                    <a:off x="3279765" y="2269796"/>
                    <a:ext cx="144000" cy="144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ZoneTexte 35">
                      <a:extLst>
                        <a:ext uri="{FF2B5EF4-FFF2-40B4-BE49-F238E27FC236}">
                          <a16:creationId xmlns:a16="http://schemas.microsoft.com/office/drawing/2014/main" id="{FA7A55D8-3943-4587-9D24-47A0DE2F10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94335" y="3069078"/>
                      <a:ext cx="34785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Pt</m:t>
                            </m:r>
                          </m:oMath>
                        </m:oMathPara>
                      </a14:m>
                      <a:endParaRPr lang="fr-FR" sz="2400" dirty="0"/>
                    </a:p>
                  </p:txBody>
                </p:sp>
              </mc:Choice>
              <mc:Fallback xmlns="">
                <p:sp>
                  <p:nvSpPr>
                    <p:cNvPr id="36" name="ZoneTexte 35">
                      <a:extLst>
                        <a:ext uri="{FF2B5EF4-FFF2-40B4-BE49-F238E27FC236}">
                          <a16:creationId xmlns:a16="http://schemas.microsoft.com/office/drawing/2014/main" id="{FA7A55D8-3943-4587-9D24-47A0DE2F10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94335" y="3069078"/>
                      <a:ext cx="347851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9298" r="-2105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0" name="Grouper 560">
                <a:extLst>
                  <a:ext uri="{FF2B5EF4-FFF2-40B4-BE49-F238E27FC236}">
                    <a16:creationId xmlns:a16="http://schemas.microsoft.com/office/drawing/2014/main" id="{588536DB-E0E6-441D-84D5-81764D129FA4}"/>
                  </a:ext>
                </a:extLst>
              </p:cNvPr>
              <p:cNvGrpSpPr/>
              <p:nvPr/>
            </p:nvGrpSpPr>
            <p:grpSpPr>
              <a:xfrm>
                <a:off x="4989667" y="2780683"/>
                <a:ext cx="219797" cy="1578187"/>
                <a:chOff x="-1" y="-218"/>
                <a:chExt cx="101600" cy="799047"/>
              </a:xfrm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83474534-234F-4D6B-96E7-19A4537EF5F3}"/>
                    </a:ext>
                  </a:extLst>
                </p:cNvPr>
                <p:cNvSpPr/>
                <p:nvPr/>
              </p:nvSpPr>
              <p:spPr>
                <a:xfrm rot="5400000">
                  <a:off x="-294453" y="294234"/>
                  <a:ext cx="690503" cy="10160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cxnSp>
              <p:nvCxnSpPr>
                <p:cNvPr id="72" name="Connecteur droit 71">
                  <a:extLst>
                    <a:ext uri="{FF2B5EF4-FFF2-40B4-BE49-F238E27FC236}">
                      <a16:creationId xmlns:a16="http://schemas.microsoft.com/office/drawing/2014/main" id="{A54E9671-7E0B-4BBA-9C86-907BB2FA0627}"/>
                    </a:ext>
                  </a:extLst>
                </p:cNvPr>
                <p:cNvCxnSpPr>
                  <a:stCxn id="71" idx="3"/>
                </p:cNvCxnSpPr>
                <p:nvPr/>
              </p:nvCxnSpPr>
              <p:spPr>
                <a:xfrm flipH="1">
                  <a:off x="49531" y="690286"/>
                  <a:ext cx="1268" cy="108543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3" name="Groupe 72">
              <a:extLst>
                <a:ext uri="{FF2B5EF4-FFF2-40B4-BE49-F238E27FC236}">
                  <a16:creationId xmlns:a16="http://schemas.microsoft.com/office/drawing/2014/main" id="{34E9E61E-361A-4E22-B266-39D89A6875BF}"/>
                </a:ext>
              </a:extLst>
            </p:cNvPr>
            <p:cNvGrpSpPr/>
            <p:nvPr/>
          </p:nvGrpSpPr>
          <p:grpSpPr>
            <a:xfrm flipH="1">
              <a:off x="3031435" y="1287872"/>
              <a:ext cx="3488635" cy="4984175"/>
              <a:chOff x="2001570" y="2829078"/>
              <a:chExt cx="2341324" cy="2886570"/>
            </a:xfrm>
          </p:grpSpPr>
          <p:grpSp>
            <p:nvGrpSpPr>
              <p:cNvPr id="74" name="Grouper 836">
                <a:extLst>
                  <a:ext uri="{FF2B5EF4-FFF2-40B4-BE49-F238E27FC236}">
                    <a16:creationId xmlns:a16="http://schemas.microsoft.com/office/drawing/2014/main" id="{AD4745FD-A8D6-4FB4-B7BF-71D441BFA224}"/>
                  </a:ext>
                </a:extLst>
              </p:cNvPr>
              <p:cNvGrpSpPr/>
              <p:nvPr/>
            </p:nvGrpSpPr>
            <p:grpSpPr>
              <a:xfrm>
                <a:off x="2001570" y="2829078"/>
                <a:ext cx="2341324" cy="2886570"/>
                <a:chOff x="30647" y="-276913"/>
                <a:chExt cx="1873518" cy="2886570"/>
              </a:xfrm>
            </p:grpSpPr>
            <p:cxnSp>
              <p:nvCxnSpPr>
                <p:cNvPr id="110" name="Connecteur droit 109">
                  <a:extLst>
                    <a:ext uri="{FF2B5EF4-FFF2-40B4-BE49-F238E27FC236}">
                      <a16:creationId xmlns:a16="http://schemas.microsoft.com/office/drawing/2014/main" id="{67AE6CAA-CF74-4526-A60B-D5B2F2B3506F}"/>
                    </a:ext>
                  </a:extLst>
                </p:cNvPr>
                <p:cNvCxnSpPr/>
                <p:nvPr/>
              </p:nvCxnSpPr>
              <p:spPr>
                <a:xfrm>
                  <a:off x="33022" y="-276913"/>
                  <a:ext cx="0" cy="2886570"/>
                </a:xfrm>
                <a:prstGeom prst="line">
                  <a:avLst/>
                </a:prstGeom>
                <a:ln w="38100" cmpd="sng"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Connecteur droit 110">
                  <a:extLst>
                    <a:ext uri="{FF2B5EF4-FFF2-40B4-BE49-F238E27FC236}">
                      <a16:creationId xmlns:a16="http://schemas.microsoft.com/office/drawing/2014/main" id="{8B4D9C10-6FDB-45FF-9E10-FD138446B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647" y="2600325"/>
                  <a:ext cx="1873518" cy="0"/>
                </a:xfrm>
                <a:prstGeom prst="line">
                  <a:avLst/>
                </a:prstGeom>
                <a:ln w="38100" cmpd="sng"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C92EA047-2AEB-44E8-8D7E-0771A2B99ACC}"/>
                  </a:ext>
                </a:extLst>
              </p:cNvPr>
              <p:cNvSpPr/>
              <p:nvPr/>
            </p:nvSpPr>
            <p:spPr>
              <a:xfrm flipV="1">
                <a:off x="2653227" y="4478287"/>
                <a:ext cx="525881" cy="2647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77" name="Connecteur droit 76">
                <a:extLst>
                  <a:ext uri="{FF2B5EF4-FFF2-40B4-BE49-F238E27FC236}">
                    <a16:creationId xmlns:a16="http://schemas.microsoft.com/office/drawing/2014/main" id="{11F53863-27C9-47F8-B2A2-B1609BC0745F}"/>
                  </a:ext>
                </a:extLst>
              </p:cNvPr>
              <p:cNvCxnSpPr/>
              <p:nvPr/>
            </p:nvCxnSpPr>
            <p:spPr>
              <a:xfrm flipV="1">
                <a:off x="2015621" y="3711389"/>
                <a:ext cx="893652" cy="0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headEnd type="diamond"/>
                <a:tailEnd type="diamon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9" name="Groupe 78">
                <a:extLst>
                  <a:ext uri="{FF2B5EF4-FFF2-40B4-BE49-F238E27FC236}">
                    <a16:creationId xmlns:a16="http://schemas.microsoft.com/office/drawing/2014/main" id="{F33C9D73-7A95-4A53-919A-EA8995831F99}"/>
                  </a:ext>
                </a:extLst>
              </p:cNvPr>
              <p:cNvGrpSpPr/>
              <p:nvPr/>
            </p:nvGrpSpPr>
            <p:grpSpPr>
              <a:xfrm>
                <a:off x="2784609" y="3034947"/>
                <a:ext cx="298451" cy="1633856"/>
                <a:chOff x="6073774" y="2665095"/>
                <a:chExt cx="298451" cy="1633856"/>
              </a:xfrm>
            </p:grpSpPr>
            <p:sp>
              <p:nvSpPr>
                <p:cNvPr id="80" name="Rectangle 58">
                  <a:extLst>
                    <a:ext uri="{FF2B5EF4-FFF2-40B4-BE49-F238E27FC236}">
                      <a16:creationId xmlns:a16="http://schemas.microsoft.com/office/drawing/2014/main" id="{71DA4E62-9DC5-4759-AB2B-469AEEB5967B}"/>
                    </a:ext>
                  </a:extLst>
                </p:cNvPr>
                <p:cNvSpPr/>
                <p:nvPr/>
              </p:nvSpPr>
              <p:spPr>
                <a:xfrm>
                  <a:off x="6141719" y="2699386"/>
                  <a:ext cx="137160" cy="1599565"/>
                </a:xfrm>
                <a:custGeom>
                  <a:avLst/>
                  <a:gdLst>
                    <a:gd name="connsiteX0" fmla="*/ 0 w 137160"/>
                    <a:gd name="connsiteY0" fmla="*/ 0 h 1493520"/>
                    <a:gd name="connsiteX1" fmla="*/ 137160 w 137160"/>
                    <a:gd name="connsiteY1" fmla="*/ 0 h 1493520"/>
                    <a:gd name="connsiteX2" fmla="*/ 137160 w 137160"/>
                    <a:gd name="connsiteY2" fmla="*/ 1493520 h 1493520"/>
                    <a:gd name="connsiteX3" fmla="*/ 0 w 137160"/>
                    <a:gd name="connsiteY3" fmla="*/ 1493520 h 1493520"/>
                    <a:gd name="connsiteX4" fmla="*/ 0 w 137160"/>
                    <a:gd name="connsiteY4" fmla="*/ 0 h 1493520"/>
                    <a:gd name="connsiteX0" fmla="*/ 0 w 137160"/>
                    <a:gd name="connsiteY0" fmla="*/ 0 h 1494790"/>
                    <a:gd name="connsiteX1" fmla="*/ 137160 w 137160"/>
                    <a:gd name="connsiteY1" fmla="*/ 0 h 1494790"/>
                    <a:gd name="connsiteX2" fmla="*/ 137160 w 137160"/>
                    <a:gd name="connsiteY2" fmla="*/ 1493520 h 1494790"/>
                    <a:gd name="connsiteX3" fmla="*/ 65405 w 137160"/>
                    <a:gd name="connsiteY3" fmla="*/ 1494790 h 1494790"/>
                    <a:gd name="connsiteX4" fmla="*/ 0 w 137160"/>
                    <a:gd name="connsiteY4" fmla="*/ 1493520 h 1494790"/>
                    <a:gd name="connsiteX5" fmla="*/ 0 w 137160"/>
                    <a:gd name="connsiteY5" fmla="*/ 0 h 1494790"/>
                    <a:gd name="connsiteX0" fmla="*/ 0 w 137160"/>
                    <a:gd name="connsiteY0" fmla="*/ 0 h 1551940"/>
                    <a:gd name="connsiteX1" fmla="*/ 137160 w 137160"/>
                    <a:gd name="connsiteY1" fmla="*/ 0 h 1551940"/>
                    <a:gd name="connsiteX2" fmla="*/ 137160 w 137160"/>
                    <a:gd name="connsiteY2" fmla="*/ 1493520 h 1551940"/>
                    <a:gd name="connsiteX3" fmla="*/ 71755 w 137160"/>
                    <a:gd name="connsiteY3" fmla="*/ 1551940 h 1551940"/>
                    <a:gd name="connsiteX4" fmla="*/ 0 w 137160"/>
                    <a:gd name="connsiteY4" fmla="*/ 1493520 h 1551940"/>
                    <a:gd name="connsiteX5" fmla="*/ 0 w 137160"/>
                    <a:gd name="connsiteY5" fmla="*/ 0 h 1551940"/>
                    <a:gd name="connsiteX0" fmla="*/ 0 w 137160"/>
                    <a:gd name="connsiteY0" fmla="*/ 0 h 1599565"/>
                    <a:gd name="connsiteX1" fmla="*/ 137160 w 137160"/>
                    <a:gd name="connsiteY1" fmla="*/ 0 h 1599565"/>
                    <a:gd name="connsiteX2" fmla="*/ 137160 w 137160"/>
                    <a:gd name="connsiteY2" fmla="*/ 1493520 h 1599565"/>
                    <a:gd name="connsiteX3" fmla="*/ 71755 w 137160"/>
                    <a:gd name="connsiteY3" fmla="*/ 1599565 h 1599565"/>
                    <a:gd name="connsiteX4" fmla="*/ 0 w 137160"/>
                    <a:gd name="connsiteY4" fmla="*/ 1493520 h 1599565"/>
                    <a:gd name="connsiteX5" fmla="*/ 0 w 137160"/>
                    <a:gd name="connsiteY5" fmla="*/ 0 h 15995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7160" h="1599565">
                      <a:moveTo>
                        <a:pt x="0" y="0"/>
                      </a:moveTo>
                      <a:lnTo>
                        <a:pt x="137160" y="0"/>
                      </a:lnTo>
                      <a:lnTo>
                        <a:pt x="137160" y="1493520"/>
                      </a:lnTo>
                      <a:lnTo>
                        <a:pt x="71755" y="1599565"/>
                      </a:lnTo>
                      <a:lnTo>
                        <a:pt x="0" y="14935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:r>
                    <a:rPr lang="fr-FR" sz="1200">
                      <a:effectLst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fr-FR" sz="1200">
                    <a:effectLst/>
                    <a:ea typeface="MS Mincho" panose="020B0400000000000000" pitchFamily="49" charset="-128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1" name="Grouper 256">
                  <a:extLst>
                    <a:ext uri="{FF2B5EF4-FFF2-40B4-BE49-F238E27FC236}">
                      <a16:creationId xmlns:a16="http://schemas.microsoft.com/office/drawing/2014/main" id="{6972EE05-F5C4-4D4C-878E-DD41B61C2BFC}"/>
                    </a:ext>
                  </a:extLst>
                </p:cNvPr>
                <p:cNvGrpSpPr/>
                <p:nvPr/>
              </p:nvGrpSpPr>
              <p:grpSpPr>
                <a:xfrm>
                  <a:off x="6223000" y="3632832"/>
                  <a:ext cx="55880" cy="248920"/>
                  <a:chOff x="571500" y="1910444"/>
                  <a:chExt cx="251460" cy="457200"/>
                </a:xfrm>
              </p:grpSpPr>
              <p:cxnSp>
                <p:nvCxnSpPr>
                  <p:cNvPr id="99" name="Connecteur droit 98">
                    <a:extLst>
                      <a:ext uri="{FF2B5EF4-FFF2-40B4-BE49-F238E27FC236}">
                        <a16:creationId xmlns:a16="http://schemas.microsoft.com/office/drawing/2014/main" id="{FA99716B-14DA-481D-87E2-FC718577DCED}"/>
                      </a:ext>
                    </a:extLst>
                  </p:cNvPr>
                  <p:cNvCxnSpPr/>
                  <p:nvPr/>
                </p:nvCxnSpPr>
                <p:spPr>
                  <a:xfrm>
                    <a:off x="571500" y="1910444"/>
                    <a:ext cx="2514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Connecteur droit 99">
                    <a:extLst>
                      <a:ext uri="{FF2B5EF4-FFF2-40B4-BE49-F238E27FC236}">
                        <a16:creationId xmlns:a16="http://schemas.microsoft.com/office/drawing/2014/main" id="{9D4C695A-7A4A-40D6-95F6-EE6A744A0453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23676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Connecteur droit 100">
                    <a:extLst>
                      <a:ext uri="{FF2B5EF4-FFF2-40B4-BE49-F238E27FC236}">
                        <a16:creationId xmlns:a16="http://schemas.microsoft.com/office/drawing/2014/main" id="{87D6E4C6-C5A6-4308-9FE1-35B7C3C568A4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22533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Connecteur droit 101">
                    <a:extLst>
                      <a:ext uri="{FF2B5EF4-FFF2-40B4-BE49-F238E27FC236}">
                        <a16:creationId xmlns:a16="http://schemas.microsoft.com/office/drawing/2014/main" id="{722EA9AF-0680-4B66-907F-04D08450C624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21390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Connecteur droit 102">
                    <a:extLst>
                      <a:ext uri="{FF2B5EF4-FFF2-40B4-BE49-F238E27FC236}">
                        <a16:creationId xmlns:a16="http://schemas.microsoft.com/office/drawing/2014/main" id="{76A90895-861C-4171-B9B6-27C76BE96822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20247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2" name="Grouper 268">
                  <a:extLst>
                    <a:ext uri="{FF2B5EF4-FFF2-40B4-BE49-F238E27FC236}">
                      <a16:creationId xmlns:a16="http://schemas.microsoft.com/office/drawing/2014/main" id="{094E9499-19F0-47D2-9ED2-48773E793B5F}"/>
                    </a:ext>
                  </a:extLst>
                </p:cNvPr>
                <p:cNvGrpSpPr/>
                <p:nvPr/>
              </p:nvGrpSpPr>
              <p:grpSpPr>
                <a:xfrm>
                  <a:off x="6223000" y="3321683"/>
                  <a:ext cx="55880" cy="248920"/>
                  <a:chOff x="571500" y="1338944"/>
                  <a:chExt cx="251460" cy="457200"/>
                </a:xfrm>
              </p:grpSpPr>
              <p:cxnSp>
                <p:nvCxnSpPr>
                  <p:cNvPr id="94" name="Connecteur droit 93">
                    <a:extLst>
                      <a:ext uri="{FF2B5EF4-FFF2-40B4-BE49-F238E27FC236}">
                        <a16:creationId xmlns:a16="http://schemas.microsoft.com/office/drawing/2014/main" id="{94C947EA-A2F0-46BF-8D4F-668B6F203C1D}"/>
                      </a:ext>
                    </a:extLst>
                  </p:cNvPr>
                  <p:cNvCxnSpPr/>
                  <p:nvPr/>
                </p:nvCxnSpPr>
                <p:spPr>
                  <a:xfrm>
                    <a:off x="571500" y="1338944"/>
                    <a:ext cx="2514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Connecteur droit 94">
                    <a:extLst>
                      <a:ext uri="{FF2B5EF4-FFF2-40B4-BE49-F238E27FC236}">
                        <a16:creationId xmlns:a16="http://schemas.microsoft.com/office/drawing/2014/main" id="{A12B8F57-EFC1-4788-8E13-62B63676B053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17961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Connecteur droit 95">
                    <a:extLst>
                      <a:ext uri="{FF2B5EF4-FFF2-40B4-BE49-F238E27FC236}">
                        <a16:creationId xmlns:a16="http://schemas.microsoft.com/office/drawing/2014/main" id="{D6FF7D6B-A13F-425F-9875-C79A89426D91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16818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Connecteur droit 96">
                    <a:extLst>
                      <a:ext uri="{FF2B5EF4-FFF2-40B4-BE49-F238E27FC236}">
                        <a16:creationId xmlns:a16="http://schemas.microsoft.com/office/drawing/2014/main" id="{CF8C58E5-2F94-47BF-90DD-1A8AC2DC8DCF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15675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Connecteur droit 97">
                    <a:extLst>
                      <a:ext uri="{FF2B5EF4-FFF2-40B4-BE49-F238E27FC236}">
                        <a16:creationId xmlns:a16="http://schemas.microsoft.com/office/drawing/2014/main" id="{37DF206A-2C26-415F-93CF-1D0FBE53CD0D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14532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3" name="Grouper 274">
                  <a:extLst>
                    <a:ext uri="{FF2B5EF4-FFF2-40B4-BE49-F238E27FC236}">
                      <a16:creationId xmlns:a16="http://schemas.microsoft.com/office/drawing/2014/main" id="{FD192AFD-A7D3-4467-951D-D46971F57DD1}"/>
                    </a:ext>
                  </a:extLst>
                </p:cNvPr>
                <p:cNvGrpSpPr/>
                <p:nvPr/>
              </p:nvGrpSpPr>
              <p:grpSpPr>
                <a:xfrm>
                  <a:off x="6223000" y="3010533"/>
                  <a:ext cx="55880" cy="248920"/>
                  <a:chOff x="571500" y="767444"/>
                  <a:chExt cx="251460" cy="457200"/>
                </a:xfrm>
              </p:grpSpPr>
              <p:cxnSp>
                <p:nvCxnSpPr>
                  <p:cNvPr id="89" name="Connecteur droit 88">
                    <a:extLst>
                      <a:ext uri="{FF2B5EF4-FFF2-40B4-BE49-F238E27FC236}">
                        <a16:creationId xmlns:a16="http://schemas.microsoft.com/office/drawing/2014/main" id="{580056AA-8184-424C-BDA1-4D3071F662CB}"/>
                      </a:ext>
                    </a:extLst>
                  </p:cNvPr>
                  <p:cNvCxnSpPr/>
                  <p:nvPr/>
                </p:nvCxnSpPr>
                <p:spPr>
                  <a:xfrm>
                    <a:off x="571500" y="767444"/>
                    <a:ext cx="2514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Connecteur droit 89">
                    <a:extLst>
                      <a:ext uri="{FF2B5EF4-FFF2-40B4-BE49-F238E27FC236}">
                        <a16:creationId xmlns:a16="http://schemas.microsoft.com/office/drawing/2014/main" id="{4DFD2AF9-8ECB-48D5-A8EF-8BC63E936EE1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12246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Connecteur droit 90">
                    <a:extLst>
                      <a:ext uri="{FF2B5EF4-FFF2-40B4-BE49-F238E27FC236}">
                        <a16:creationId xmlns:a16="http://schemas.microsoft.com/office/drawing/2014/main" id="{76EC1ADD-D8A5-4D20-8B20-4F3074CCAF89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11103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Connecteur droit 91">
                    <a:extLst>
                      <a:ext uri="{FF2B5EF4-FFF2-40B4-BE49-F238E27FC236}">
                        <a16:creationId xmlns:a16="http://schemas.microsoft.com/office/drawing/2014/main" id="{86F5B1B7-D69D-4AA9-8269-65ABF1CEB13B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9960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Connecteur droit 92">
                    <a:extLst>
                      <a:ext uri="{FF2B5EF4-FFF2-40B4-BE49-F238E27FC236}">
                        <a16:creationId xmlns:a16="http://schemas.microsoft.com/office/drawing/2014/main" id="{4EF7F3DA-AED3-40A1-9090-EBACEE0547F7}"/>
                      </a:ext>
                    </a:extLst>
                  </p:cNvPr>
                  <p:cNvCxnSpPr/>
                  <p:nvPr/>
                </p:nvCxnSpPr>
                <p:spPr>
                  <a:xfrm>
                    <a:off x="685800" y="881744"/>
                    <a:ext cx="137160" cy="0"/>
                  </a:xfrm>
                  <a:prstGeom prst="line">
                    <a:avLst/>
                  </a:prstGeom>
                  <a:ln w="9525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" name="Connecteur droit 83">
                  <a:extLst>
                    <a:ext uri="{FF2B5EF4-FFF2-40B4-BE49-F238E27FC236}">
                      <a16:creationId xmlns:a16="http://schemas.microsoft.com/office/drawing/2014/main" id="{98EF3316-3ECE-4DDF-B80E-C2C23DF06781}"/>
                    </a:ext>
                  </a:extLst>
                </p:cNvPr>
                <p:cNvCxnSpPr/>
                <p:nvPr/>
              </p:nvCxnSpPr>
              <p:spPr>
                <a:xfrm flipH="1">
                  <a:off x="6141720" y="3544192"/>
                  <a:ext cx="137160" cy="0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0C50EC47-9467-4806-8A6B-D73A65DEA352}"/>
                    </a:ext>
                  </a:extLst>
                </p:cNvPr>
                <p:cNvSpPr/>
                <p:nvPr/>
              </p:nvSpPr>
              <p:spPr>
                <a:xfrm>
                  <a:off x="6114098" y="2665095"/>
                  <a:ext cx="191453" cy="679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grpSp>
              <p:nvGrpSpPr>
                <p:cNvPr id="86" name="Groupe 85">
                  <a:extLst>
                    <a:ext uri="{FF2B5EF4-FFF2-40B4-BE49-F238E27FC236}">
                      <a16:creationId xmlns:a16="http://schemas.microsoft.com/office/drawing/2014/main" id="{C7DBCEBD-2DB6-4408-9B0E-B6A43011D9BC}"/>
                    </a:ext>
                  </a:extLst>
                </p:cNvPr>
                <p:cNvGrpSpPr/>
                <p:nvPr/>
              </p:nvGrpSpPr>
              <p:grpSpPr>
                <a:xfrm>
                  <a:off x="6073774" y="3957001"/>
                  <a:ext cx="298451" cy="142241"/>
                  <a:chOff x="6127750" y="4239260"/>
                  <a:chExt cx="298451" cy="142241"/>
                </a:xfrm>
              </p:grpSpPr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7F0AA37C-0065-4E9A-A6A6-400BCC18DE93}"/>
                      </a:ext>
                    </a:extLst>
                  </p:cNvPr>
                  <p:cNvSpPr/>
                  <p:nvPr/>
                </p:nvSpPr>
                <p:spPr>
                  <a:xfrm>
                    <a:off x="6127750" y="4285870"/>
                    <a:ext cx="239601" cy="57057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88" name="Ellipse 87">
                    <a:extLst>
                      <a:ext uri="{FF2B5EF4-FFF2-40B4-BE49-F238E27FC236}">
                        <a16:creationId xmlns:a16="http://schemas.microsoft.com/office/drawing/2014/main" id="{D5E23302-0A1D-4014-BEB0-DE5C9A7F5D28}"/>
                      </a:ext>
                    </a:extLst>
                  </p:cNvPr>
                  <p:cNvSpPr/>
                  <p:nvPr/>
                </p:nvSpPr>
                <p:spPr>
                  <a:xfrm>
                    <a:off x="6351588" y="4239260"/>
                    <a:ext cx="74613" cy="142241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</p:grpSp>
        </p:grpSp>
      </p:grp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A886128E-18A8-4F77-B691-327A1845479B}"/>
              </a:ext>
            </a:extLst>
          </p:cNvPr>
          <p:cNvCxnSpPr/>
          <p:nvPr/>
        </p:nvCxnSpPr>
        <p:spPr>
          <a:xfrm>
            <a:off x="6522010" y="5754757"/>
            <a:ext cx="1377799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87E194C-0386-4F9B-B464-7061D547AB50}"/>
                  </a:ext>
                </a:extLst>
              </p:cNvPr>
              <p:cNvSpPr txBox="1"/>
              <p:nvPr/>
            </p:nvSpPr>
            <p:spPr>
              <a:xfrm>
                <a:off x="4721097" y="5433621"/>
                <a:ext cx="1672509" cy="3116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sSup>
                            <m:sSupPr>
                              <m:ctrlPr>
                                <a:rPr lang="fr-FR" sz="20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fr-FR" sz="20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</m:sup>
                          </m:sSup>
                        </m:sub>
                      </m:sSub>
                      <m:r>
                        <a:rPr lang="fr-FR" sz="20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fr-FR" sz="20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87E194C-0386-4F9B-B464-7061D547A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097" y="5433621"/>
                <a:ext cx="1672509" cy="311688"/>
              </a:xfrm>
              <a:prstGeom prst="rect">
                <a:avLst/>
              </a:prstGeom>
              <a:blipFill>
                <a:blip r:embed="rId4"/>
                <a:stretch>
                  <a:fillRect l="-2182" r="-2909" b="-196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1D052E26-D100-4D5E-B759-9D6B647B25D0}"/>
                  </a:ext>
                </a:extLst>
              </p:cNvPr>
              <p:cNvSpPr txBox="1"/>
              <p:nvPr/>
            </p:nvSpPr>
            <p:spPr>
              <a:xfrm>
                <a:off x="3607521" y="5776569"/>
                <a:ext cx="2881686" cy="317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sSup>
                            <m:sSupPr>
                              <m:ctrlPr>
                                <a:rPr lang="fr-FR" sz="20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fr-FR" sz="20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</m:sup>
                          </m:sSup>
                        </m:sub>
                      </m:sSub>
                      <m:r>
                        <a:rPr lang="fr-FR" sz="20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1,0.10</m:t>
                          </m:r>
                        </m:e>
                        <m:sup>
                          <m: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sz="20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0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20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1D052E26-D100-4D5E-B759-9D6B647B2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521" y="5776569"/>
                <a:ext cx="2881686" cy="317908"/>
              </a:xfrm>
              <a:prstGeom prst="rect">
                <a:avLst/>
              </a:prstGeom>
              <a:blipFill>
                <a:blip r:embed="rId5"/>
                <a:stretch>
                  <a:fillRect l="-1268" b="-1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DACD83C6-E875-403C-BE83-C9D84943DDF2}"/>
                  </a:ext>
                </a:extLst>
              </p:cNvPr>
              <p:cNvSpPr txBox="1"/>
              <p:nvPr/>
            </p:nvSpPr>
            <p:spPr>
              <a:xfrm>
                <a:off x="7700772" y="1619550"/>
                <a:ext cx="1178400" cy="3116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sSup>
                            <m:sSupPr>
                              <m:ctrlPr>
                                <a:rPr lang="fr-FR" sz="20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fr-FR" sz="20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</m:sup>
                          </m:sSup>
                        </m:sub>
                      </m:sSub>
                      <m:r>
                        <a:rPr lang="fr-FR" sz="20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fr-FR" sz="20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DACD83C6-E875-403C-BE83-C9D84943D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772" y="1619550"/>
                <a:ext cx="1178400" cy="311688"/>
              </a:xfrm>
              <a:prstGeom prst="rect">
                <a:avLst/>
              </a:prstGeom>
              <a:blipFill>
                <a:blip r:embed="rId6"/>
                <a:stretch>
                  <a:fillRect l="-4124" r="-1031" b="-196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ZoneTexte 113">
                <a:extLst>
                  <a:ext uri="{FF2B5EF4-FFF2-40B4-BE49-F238E27FC236}">
                    <a16:creationId xmlns:a16="http://schemas.microsoft.com/office/drawing/2014/main" id="{EE460D77-07A1-40EF-8355-D3D1310CCD0F}"/>
                  </a:ext>
                </a:extLst>
              </p:cNvPr>
              <p:cNvSpPr txBox="1"/>
              <p:nvPr/>
            </p:nvSpPr>
            <p:spPr>
              <a:xfrm>
                <a:off x="6083548" y="2022892"/>
                <a:ext cx="2860463" cy="317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sSup>
                            <m:sSupPr>
                              <m:ctrlPr>
                                <a:rPr lang="fr-FR" sz="20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fr-FR" sz="20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</m:sup>
                          </m:sSup>
                        </m:sub>
                      </m:sSub>
                      <m:r>
                        <a:rPr lang="fr-FR" sz="20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1,0.10</m:t>
                          </m:r>
                        </m:e>
                        <m:sup>
                          <m: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sz="20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0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20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4" name="ZoneTexte 113">
                <a:extLst>
                  <a:ext uri="{FF2B5EF4-FFF2-40B4-BE49-F238E27FC236}">
                    <a16:creationId xmlns:a16="http://schemas.microsoft.com/office/drawing/2014/main" id="{EE460D77-07A1-40EF-8355-D3D1310CC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548" y="2022892"/>
                <a:ext cx="2860463" cy="317908"/>
              </a:xfrm>
              <a:prstGeom prst="rect">
                <a:avLst/>
              </a:prstGeom>
              <a:blipFill>
                <a:blip r:embed="rId7"/>
                <a:stretch>
                  <a:fillRect l="-1706" r="-426" b="-1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4E54F6F-4DA5-4CCB-9A26-7753622DF949}"/>
                  </a:ext>
                </a:extLst>
              </p:cNvPr>
              <p:cNvSpPr/>
              <p:nvPr/>
            </p:nvSpPr>
            <p:spPr>
              <a:xfrm>
                <a:off x="1150871" y="2052777"/>
                <a:ext cx="3237425" cy="848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fr-FR" sz="24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</m:sup>
                          </m:sSup>
                        </m:e>
                      </m:d>
                      <m:r>
                        <a:rPr lang="fr-FR" sz="2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fr-FR" sz="24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3+</m:t>
                                  </m:r>
                                </m:sup>
                              </m:sSup>
                            </m:sub>
                          </m:sSub>
                          <m:r>
                            <a:rPr lang="fr-FR" sz="2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fr-FR" sz="24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3+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tot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4E54F6F-4DA5-4CCB-9A26-7753622DF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71" y="2052777"/>
                <a:ext cx="3237425" cy="8486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689BCBE-7D28-419C-82B3-F46EF0F4450D}"/>
                  </a:ext>
                </a:extLst>
              </p:cNvPr>
              <p:cNvSpPr/>
              <p:nvPr/>
            </p:nvSpPr>
            <p:spPr>
              <a:xfrm>
                <a:off x="1166649" y="3283179"/>
                <a:ext cx="3237425" cy="848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fr-FR" sz="24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</m:sup>
                          </m:sSup>
                        </m:e>
                      </m:d>
                      <m:r>
                        <a:rPr lang="fr-FR" sz="2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fr-FR" sz="2400" b="0" i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24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sub>
                          </m:sSub>
                          <m:r>
                            <a:rPr lang="fr-FR" sz="2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fr-FR" sz="2400" b="0" i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24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tot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689BCBE-7D28-419C-82B3-F46EF0F44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649" y="3283179"/>
                <a:ext cx="3237425" cy="8486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Espace réservé du pied de page 3">
            <a:extLst>
              <a:ext uri="{FF2B5EF4-FFF2-40B4-BE49-F238E27FC236}">
                <a16:creationId xmlns:a16="http://schemas.microsoft.com/office/drawing/2014/main" id="{A5ADF738-01B3-420D-936A-CDF0B4E63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959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7A61A4-80F6-4D04-A6DD-DB6AD4DB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Titrage potentiométrique des ions Fer (II)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93B00D-0A69-4F2E-8BB2-27C13879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F1E925B6-E097-47BC-BF6A-92F225CE3000}"/>
              </a:ext>
            </a:extLst>
          </p:cNvPr>
          <p:cNvGrpSpPr/>
          <p:nvPr/>
        </p:nvGrpSpPr>
        <p:grpSpPr>
          <a:xfrm>
            <a:off x="838200" y="1923712"/>
            <a:ext cx="2124635" cy="3931304"/>
            <a:chOff x="1963271" y="3034947"/>
            <a:chExt cx="1598220" cy="2671369"/>
          </a:xfrm>
        </p:grpSpPr>
        <p:grpSp>
          <p:nvGrpSpPr>
            <p:cNvPr id="6" name="Grouper 836">
              <a:extLst>
                <a:ext uri="{FF2B5EF4-FFF2-40B4-BE49-F238E27FC236}">
                  <a16:creationId xmlns:a16="http://schemas.microsoft.com/office/drawing/2014/main" id="{705B7AE9-9CF2-4144-AB3D-6C4EEC41700C}"/>
                </a:ext>
              </a:extLst>
            </p:cNvPr>
            <p:cNvGrpSpPr/>
            <p:nvPr/>
          </p:nvGrpSpPr>
          <p:grpSpPr>
            <a:xfrm>
              <a:off x="1963271" y="3105991"/>
              <a:ext cx="1598220" cy="2600325"/>
              <a:chOff x="0" y="0"/>
              <a:chExt cx="1278890" cy="2600325"/>
            </a:xfrm>
          </p:grpSpPr>
          <p:cxnSp>
            <p:nvCxnSpPr>
              <p:cNvPr id="42" name="Connecteur droit 41">
                <a:extLst>
                  <a:ext uri="{FF2B5EF4-FFF2-40B4-BE49-F238E27FC236}">
                    <a16:creationId xmlns:a16="http://schemas.microsoft.com/office/drawing/2014/main" id="{4C9C7B3B-83C2-43B4-A5F4-7563B64028CD}"/>
                  </a:ext>
                </a:extLst>
              </p:cNvPr>
              <p:cNvCxnSpPr/>
              <p:nvPr/>
            </p:nvCxnSpPr>
            <p:spPr>
              <a:xfrm>
                <a:off x="0" y="0"/>
                <a:ext cx="33020" cy="2600325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09D2BEA4-8626-4B32-8B00-B93E23EE9A3E}"/>
                  </a:ext>
                </a:extLst>
              </p:cNvPr>
              <p:cNvCxnSpPr/>
              <p:nvPr/>
            </p:nvCxnSpPr>
            <p:spPr>
              <a:xfrm flipH="1">
                <a:off x="12700" y="2600325"/>
                <a:ext cx="1266190" cy="0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er 45">
              <a:extLst>
                <a:ext uri="{FF2B5EF4-FFF2-40B4-BE49-F238E27FC236}">
                  <a16:creationId xmlns:a16="http://schemas.microsoft.com/office/drawing/2014/main" id="{1765CF1F-E38A-4BDB-B8C0-19AAEB665250}"/>
                </a:ext>
              </a:extLst>
            </p:cNvPr>
            <p:cNvGrpSpPr/>
            <p:nvPr/>
          </p:nvGrpSpPr>
          <p:grpSpPr>
            <a:xfrm>
              <a:off x="2367056" y="5283911"/>
              <a:ext cx="1143000" cy="363855"/>
              <a:chOff x="0" y="0"/>
              <a:chExt cx="1143000" cy="363855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37AAC82-04A8-4B4D-94E1-C92E182494A4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1FC68C29-0D51-4980-8B29-937B97273A54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8" name="Grouper 444">
              <a:extLst>
                <a:ext uri="{FF2B5EF4-FFF2-40B4-BE49-F238E27FC236}">
                  <a16:creationId xmlns:a16="http://schemas.microsoft.com/office/drawing/2014/main" id="{011B89BA-292A-4C84-A3CF-FB6ABCD98A6C}"/>
                </a:ext>
              </a:extLst>
            </p:cNvPr>
            <p:cNvGrpSpPr/>
            <p:nvPr/>
          </p:nvGrpSpPr>
          <p:grpSpPr>
            <a:xfrm>
              <a:off x="2652806" y="4459681"/>
              <a:ext cx="571500" cy="824230"/>
              <a:chOff x="-421" y="0"/>
              <a:chExt cx="571921" cy="824230"/>
            </a:xfrm>
          </p:grpSpPr>
          <p:sp>
            <p:nvSpPr>
              <p:cNvPr id="36" name="Arrondir un rectangle avec un coin du même côté 49">
                <a:extLst>
                  <a:ext uri="{FF2B5EF4-FFF2-40B4-BE49-F238E27FC236}">
                    <a16:creationId xmlns:a16="http://schemas.microsoft.com/office/drawing/2014/main" id="{CD36B549-D607-4767-B9C5-C7706776C3EB}"/>
                  </a:ext>
                </a:extLst>
              </p:cNvPr>
              <p:cNvSpPr/>
              <p:nvPr/>
            </p:nvSpPr>
            <p:spPr>
              <a:xfrm rot="10800000">
                <a:off x="-421" y="481330"/>
                <a:ext cx="571500" cy="342900"/>
              </a:xfrm>
              <a:prstGeom prst="round2Same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37" name="Grouper 441">
                <a:extLst>
                  <a:ext uri="{FF2B5EF4-FFF2-40B4-BE49-F238E27FC236}">
                    <a16:creationId xmlns:a16="http://schemas.microsoft.com/office/drawing/2014/main" id="{39F0F6FA-C165-40D7-B5AA-6E377D56AC87}"/>
                  </a:ext>
                </a:extLst>
              </p:cNvPr>
              <p:cNvGrpSpPr/>
              <p:nvPr/>
            </p:nvGrpSpPr>
            <p:grpSpPr>
              <a:xfrm>
                <a:off x="0" y="0"/>
                <a:ext cx="571500" cy="824230"/>
                <a:chOff x="0" y="0"/>
                <a:chExt cx="571500" cy="824230"/>
              </a:xfrm>
            </p:grpSpPr>
            <p:sp>
              <p:nvSpPr>
                <p:cNvPr id="38" name="Arrondir un rectangle avec un coin du même côté 442">
                  <a:extLst>
                    <a:ext uri="{FF2B5EF4-FFF2-40B4-BE49-F238E27FC236}">
                      <a16:creationId xmlns:a16="http://schemas.microsoft.com/office/drawing/2014/main" id="{60CFB9D0-55AF-44F9-8FE0-6E52C04138D6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CCBA278E-1B7F-4AF3-9272-41B21692413E}"/>
                    </a:ext>
                  </a:extLst>
                </p:cNvPr>
                <p:cNvSpPr/>
                <p:nvPr/>
              </p:nvSpPr>
              <p:spPr>
                <a:xfrm flipV="1">
                  <a:off x="0" y="0"/>
                  <a:ext cx="57150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B2B4884F-F730-4F3F-AAAD-351F21F002C2}"/>
                </a:ext>
              </a:extLst>
            </p:cNvPr>
            <p:cNvCxnSpPr/>
            <p:nvPr/>
          </p:nvCxnSpPr>
          <p:spPr>
            <a:xfrm flipV="1">
              <a:off x="1963271" y="3711389"/>
              <a:ext cx="938530" cy="6350"/>
            </a:xfrm>
            <a:prstGeom prst="line">
              <a:avLst/>
            </a:prstGeom>
            <a:ln w="19050" cmpd="sng">
              <a:solidFill>
                <a:schemeClr val="tx1"/>
              </a:solidFill>
              <a:headEnd type="diamond"/>
              <a:tailEnd type="diamon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à coins arrondis 46">
              <a:extLst>
                <a:ext uri="{FF2B5EF4-FFF2-40B4-BE49-F238E27FC236}">
                  <a16:creationId xmlns:a16="http://schemas.microsoft.com/office/drawing/2014/main" id="{F29A44C6-9DC3-44CF-8480-E6D930CEFB85}"/>
                </a:ext>
              </a:extLst>
            </p:cNvPr>
            <p:cNvSpPr/>
            <p:nvPr/>
          </p:nvSpPr>
          <p:spPr>
            <a:xfrm>
              <a:off x="2824045" y="5220879"/>
              <a:ext cx="228600" cy="450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978C9534-C64B-46E0-B313-21081081B9D0}"/>
                </a:ext>
              </a:extLst>
            </p:cNvPr>
            <p:cNvGrpSpPr/>
            <p:nvPr/>
          </p:nvGrpSpPr>
          <p:grpSpPr>
            <a:xfrm>
              <a:off x="2784609" y="3034947"/>
              <a:ext cx="298451" cy="1633855"/>
              <a:chOff x="6073774" y="2665095"/>
              <a:chExt cx="298451" cy="1633855"/>
            </a:xfrm>
          </p:grpSpPr>
          <p:sp>
            <p:nvSpPr>
              <p:cNvPr id="12" name="Rectangle 58">
                <a:extLst>
                  <a:ext uri="{FF2B5EF4-FFF2-40B4-BE49-F238E27FC236}">
                    <a16:creationId xmlns:a16="http://schemas.microsoft.com/office/drawing/2014/main" id="{36F06EED-8D42-410F-8237-A7F6C8889990}"/>
                  </a:ext>
                </a:extLst>
              </p:cNvPr>
              <p:cNvSpPr/>
              <p:nvPr/>
            </p:nvSpPr>
            <p:spPr>
              <a:xfrm>
                <a:off x="6141720" y="2699385"/>
                <a:ext cx="137160" cy="1599565"/>
              </a:xfrm>
              <a:custGeom>
                <a:avLst/>
                <a:gdLst>
                  <a:gd name="connsiteX0" fmla="*/ 0 w 137160"/>
                  <a:gd name="connsiteY0" fmla="*/ 0 h 1493520"/>
                  <a:gd name="connsiteX1" fmla="*/ 137160 w 137160"/>
                  <a:gd name="connsiteY1" fmla="*/ 0 h 1493520"/>
                  <a:gd name="connsiteX2" fmla="*/ 137160 w 137160"/>
                  <a:gd name="connsiteY2" fmla="*/ 1493520 h 1493520"/>
                  <a:gd name="connsiteX3" fmla="*/ 0 w 137160"/>
                  <a:gd name="connsiteY3" fmla="*/ 1493520 h 1493520"/>
                  <a:gd name="connsiteX4" fmla="*/ 0 w 137160"/>
                  <a:gd name="connsiteY4" fmla="*/ 0 h 1493520"/>
                  <a:gd name="connsiteX0" fmla="*/ 0 w 137160"/>
                  <a:gd name="connsiteY0" fmla="*/ 0 h 1494790"/>
                  <a:gd name="connsiteX1" fmla="*/ 137160 w 137160"/>
                  <a:gd name="connsiteY1" fmla="*/ 0 h 1494790"/>
                  <a:gd name="connsiteX2" fmla="*/ 137160 w 137160"/>
                  <a:gd name="connsiteY2" fmla="*/ 1493520 h 1494790"/>
                  <a:gd name="connsiteX3" fmla="*/ 65405 w 137160"/>
                  <a:gd name="connsiteY3" fmla="*/ 1494790 h 1494790"/>
                  <a:gd name="connsiteX4" fmla="*/ 0 w 137160"/>
                  <a:gd name="connsiteY4" fmla="*/ 1493520 h 1494790"/>
                  <a:gd name="connsiteX5" fmla="*/ 0 w 137160"/>
                  <a:gd name="connsiteY5" fmla="*/ 0 h 1494790"/>
                  <a:gd name="connsiteX0" fmla="*/ 0 w 137160"/>
                  <a:gd name="connsiteY0" fmla="*/ 0 h 1551940"/>
                  <a:gd name="connsiteX1" fmla="*/ 137160 w 137160"/>
                  <a:gd name="connsiteY1" fmla="*/ 0 h 1551940"/>
                  <a:gd name="connsiteX2" fmla="*/ 137160 w 137160"/>
                  <a:gd name="connsiteY2" fmla="*/ 1493520 h 1551940"/>
                  <a:gd name="connsiteX3" fmla="*/ 71755 w 137160"/>
                  <a:gd name="connsiteY3" fmla="*/ 1551940 h 1551940"/>
                  <a:gd name="connsiteX4" fmla="*/ 0 w 137160"/>
                  <a:gd name="connsiteY4" fmla="*/ 1493520 h 1551940"/>
                  <a:gd name="connsiteX5" fmla="*/ 0 w 137160"/>
                  <a:gd name="connsiteY5" fmla="*/ 0 h 1551940"/>
                  <a:gd name="connsiteX0" fmla="*/ 0 w 137160"/>
                  <a:gd name="connsiteY0" fmla="*/ 0 h 1599565"/>
                  <a:gd name="connsiteX1" fmla="*/ 137160 w 137160"/>
                  <a:gd name="connsiteY1" fmla="*/ 0 h 1599565"/>
                  <a:gd name="connsiteX2" fmla="*/ 137160 w 137160"/>
                  <a:gd name="connsiteY2" fmla="*/ 1493520 h 1599565"/>
                  <a:gd name="connsiteX3" fmla="*/ 71755 w 137160"/>
                  <a:gd name="connsiteY3" fmla="*/ 1599565 h 1599565"/>
                  <a:gd name="connsiteX4" fmla="*/ 0 w 137160"/>
                  <a:gd name="connsiteY4" fmla="*/ 1493520 h 1599565"/>
                  <a:gd name="connsiteX5" fmla="*/ 0 w 137160"/>
                  <a:gd name="connsiteY5" fmla="*/ 0 h 159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160" h="1599565">
                    <a:moveTo>
                      <a:pt x="0" y="0"/>
                    </a:moveTo>
                    <a:lnTo>
                      <a:pt x="137160" y="0"/>
                    </a:lnTo>
                    <a:lnTo>
                      <a:pt x="137160" y="1493520"/>
                    </a:lnTo>
                    <a:lnTo>
                      <a:pt x="71755" y="1599565"/>
                    </a:lnTo>
                    <a:lnTo>
                      <a:pt x="0" y="149352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sz="12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fr-FR" sz="1200">
                  <a:effectLst/>
                  <a:ea typeface="MS Mincho" panose="020B0400000000000000" pitchFamily="49" charset="-128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" name="Grouper 256">
                <a:extLst>
                  <a:ext uri="{FF2B5EF4-FFF2-40B4-BE49-F238E27FC236}">
                    <a16:creationId xmlns:a16="http://schemas.microsoft.com/office/drawing/2014/main" id="{EE3D4C40-E0F6-4485-9FCD-7ED5014CC56D}"/>
                  </a:ext>
                </a:extLst>
              </p:cNvPr>
              <p:cNvGrpSpPr/>
              <p:nvPr/>
            </p:nvGrpSpPr>
            <p:grpSpPr>
              <a:xfrm>
                <a:off x="6223000" y="3632832"/>
                <a:ext cx="55880" cy="248920"/>
                <a:chOff x="571500" y="1910444"/>
                <a:chExt cx="251460" cy="457200"/>
              </a:xfrm>
            </p:grpSpPr>
            <p:cxnSp>
              <p:nvCxnSpPr>
                <p:cNvPr id="31" name="Connecteur droit 30">
                  <a:extLst>
                    <a:ext uri="{FF2B5EF4-FFF2-40B4-BE49-F238E27FC236}">
                      <a16:creationId xmlns:a16="http://schemas.microsoft.com/office/drawing/2014/main" id="{25656C87-0D12-43DC-B154-961AA83A81A6}"/>
                    </a:ext>
                  </a:extLst>
                </p:cNvPr>
                <p:cNvCxnSpPr/>
                <p:nvPr/>
              </p:nvCxnSpPr>
              <p:spPr>
                <a:xfrm>
                  <a:off x="571500" y="1910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eur droit 31">
                  <a:extLst>
                    <a:ext uri="{FF2B5EF4-FFF2-40B4-BE49-F238E27FC236}">
                      <a16:creationId xmlns:a16="http://schemas.microsoft.com/office/drawing/2014/main" id="{0F7AE711-2E52-490F-B207-2A1D482909AD}"/>
                    </a:ext>
                  </a:extLst>
                </p:cNvPr>
                <p:cNvCxnSpPr/>
                <p:nvPr/>
              </p:nvCxnSpPr>
              <p:spPr>
                <a:xfrm>
                  <a:off x="685800" y="2367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necteur droit 32">
                  <a:extLst>
                    <a:ext uri="{FF2B5EF4-FFF2-40B4-BE49-F238E27FC236}">
                      <a16:creationId xmlns:a16="http://schemas.microsoft.com/office/drawing/2014/main" id="{05748D0F-B557-45B6-B48A-0380C8AD527D}"/>
                    </a:ext>
                  </a:extLst>
                </p:cNvPr>
                <p:cNvCxnSpPr/>
                <p:nvPr/>
              </p:nvCxnSpPr>
              <p:spPr>
                <a:xfrm>
                  <a:off x="685800" y="2253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necteur droit 33">
                  <a:extLst>
                    <a:ext uri="{FF2B5EF4-FFF2-40B4-BE49-F238E27FC236}">
                      <a16:creationId xmlns:a16="http://schemas.microsoft.com/office/drawing/2014/main" id="{E66C1D7F-B33A-4FA0-969F-9129CA9CFFF6}"/>
                    </a:ext>
                  </a:extLst>
                </p:cNvPr>
                <p:cNvCxnSpPr/>
                <p:nvPr/>
              </p:nvCxnSpPr>
              <p:spPr>
                <a:xfrm>
                  <a:off x="685800" y="2139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necteur droit 34">
                  <a:extLst>
                    <a:ext uri="{FF2B5EF4-FFF2-40B4-BE49-F238E27FC236}">
                      <a16:creationId xmlns:a16="http://schemas.microsoft.com/office/drawing/2014/main" id="{0E4F1B3E-E01B-4E3D-AFD4-CF3EA7CA988F}"/>
                    </a:ext>
                  </a:extLst>
                </p:cNvPr>
                <p:cNvCxnSpPr/>
                <p:nvPr/>
              </p:nvCxnSpPr>
              <p:spPr>
                <a:xfrm>
                  <a:off x="685800" y="2024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ouper 268">
                <a:extLst>
                  <a:ext uri="{FF2B5EF4-FFF2-40B4-BE49-F238E27FC236}">
                    <a16:creationId xmlns:a16="http://schemas.microsoft.com/office/drawing/2014/main" id="{5FD3287F-1106-48C5-BF16-5BBA6635B2F4}"/>
                  </a:ext>
                </a:extLst>
              </p:cNvPr>
              <p:cNvGrpSpPr/>
              <p:nvPr/>
            </p:nvGrpSpPr>
            <p:grpSpPr>
              <a:xfrm>
                <a:off x="6223000" y="3321683"/>
                <a:ext cx="55880" cy="248920"/>
                <a:chOff x="571500" y="1338944"/>
                <a:chExt cx="251460" cy="457200"/>
              </a:xfrm>
            </p:grpSpPr>
            <p:cxnSp>
              <p:nvCxnSpPr>
                <p:cNvPr id="26" name="Connecteur droit 25">
                  <a:extLst>
                    <a:ext uri="{FF2B5EF4-FFF2-40B4-BE49-F238E27FC236}">
                      <a16:creationId xmlns:a16="http://schemas.microsoft.com/office/drawing/2014/main" id="{FF853CD7-57E5-4F2F-BB25-C04B3845519A}"/>
                    </a:ext>
                  </a:extLst>
                </p:cNvPr>
                <p:cNvCxnSpPr/>
                <p:nvPr/>
              </p:nvCxnSpPr>
              <p:spPr>
                <a:xfrm>
                  <a:off x="571500" y="13389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26">
                  <a:extLst>
                    <a:ext uri="{FF2B5EF4-FFF2-40B4-BE49-F238E27FC236}">
                      <a16:creationId xmlns:a16="http://schemas.microsoft.com/office/drawing/2014/main" id="{4F3DA0C3-4C6B-4BFA-BECD-7E78B340978B}"/>
                    </a:ext>
                  </a:extLst>
                </p:cNvPr>
                <p:cNvCxnSpPr/>
                <p:nvPr/>
              </p:nvCxnSpPr>
              <p:spPr>
                <a:xfrm>
                  <a:off x="685800" y="17961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necteur droit 27">
                  <a:extLst>
                    <a:ext uri="{FF2B5EF4-FFF2-40B4-BE49-F238E27FC236}">
                      <a16:creationId xmlns:a16="http://schemas.microsoft.com/office/drawing/2014/main" id="{A5899F87-6983-4654-8D04-B1B1D1ED6BBD}"/>
                    </a:ext>
                  </a:extLst>
                </p:cNvPr>
                <p:cNvCxnSpPr/>
                <p:nvPr/>
              </p:nvCxnSpPr>
              <p:spPr>
                <a:xfrm>
                  <a:off x="685800" y="16818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eur droit 28">
                  <a:extLst>
                    <a:ext uri="{FF2B5EF4-FFF2-40B4-BE49-F238E27FC236}">
                      <a16:creationId xmlns:a16="http://schemas.microsoft.com/office/drawing/2014/main" id="{4C0922B1-4AEC-408A-82F9-7C76836FD23B}"/>
                    </a:ext>
                  </a:extLst>
                </p:cNvPr>
                <p:cNvCxnSpPr/>
                <p:nvPr/>
              </p:nvCxnSpPr>
              <p:spPr>
                <a:xfrm>
                  <a:off x="685800" y="15675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eur droit 29">
                  <a:extLst>
                    <a:ext uri="{FF2B5EF4-FFF2-40B4-BE49-F238E27FC236}">
                      <a16:creationId xmlns:a16="http://schemas.microsoft.com/office/drawing/2014/main" id="{5F6E652C-0B74-4950-B505-548B363CD75F}"/>
                    </a:ext>
                  </a:extLst>
                </p:cNvPr>
                <p:cNvCxnSpPr/>
                <p:nvPr/>
              </p:nvCxnSpPr>
              <p:spPr>
                <a:xfrm>
                  <a:off x="685800" y="14532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er 274">
                <a:extLst>
                  <a:ext uri="{FF2B5EF4-FFF2-40B4-BE49-F238E27FC236}">
                    <a16:creationId xmlns:a16="http://schemas.microsoft.com/office/drawing/2014/main" id="{93B406EC-BD49-4D91-81DD-B7A4BCDE0133}"/>
                  </a:ext>
                </a:extLst>
              </p:cNvPr>
              <p:cNvGrpSpPr/>
              <p:nvPr/>
            </p:nvGrpSpPr>
            <p:grpSpPr>
              <a:xfrm>
                <a:off x="6223000" y="3010533"/>
                <a:ext cx="55880" cy="248920"/>
                <a:chOff x="571500" y="767444"/>
                <a:chExt cx="251460" cy="457200"/>
              </a:xfrm>
            </p:grpSpPr>
            <p:cxnSp>
              <p:nvCxnSpPr>
                <p:cNvPr id="21" name="Connecteur droit 20">
                  <a:extLst>
                    <a:ext uri="{FF2B5EF4-FFF2-40B4-BE49-F238E27FC236}">
                      <a16:creationId xmlns:a16="http://schemas.microsoft.com/office/drawing/2014/main" id="{6E64B1AE-78E9-455D-866B-085E0778D395}"/>
                    </a:ext>
                  </a:extLst>
                </p:cNvPr>
                <p:cNvCxnSpPr/>
                <p:nvPr/>
              </p:nvCxnSpPr>
              <p:spPr>
                <a:xfrm>
                  <a:off x="571500" y="767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necteur droit 21">
                  <a:extLst>
                    <a:ext uri="{FF2B5EF4-FFF2-40B4-BE49-F238E27FC236}">
                      <a16:creationId xmlns:a16="http://schemas.microsoft.com/office/drawing/2014/main" id="{C932A76B-5801-4499-A130-9329D9FA3D53}"/>
                    </a:ext>
                  </a:extLst>
                </p:cNvPr>
                <p:cNvCxnSpPr/>
                <p:nvPr/>
              </p:nvCxnSpPr>
              <p:spPr>
                <a:xfrm>
                  <a:off x="685800" y="1224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necteur droit 22">
                  <a:extLst>
                    <a:ext uri="{FF2B5EF4-FFF2-40B4-BE49-F238E27FC236}">
                      <a16:creationId xmlns:a16="http://schemas.microsoft.com/office/drawing/2014/main" id="{C86BD453-75B1-4D0A-8BEE-DB7CC2940AC4}"/>
                    </a:ext>
                  </a:extLst>
                </p:cNvPr>
                <p:cNvCxnSpPr/>
                <p:nvPr/>
              </p:nvCxnSpPr>
              <p:spPr>
                <a:xfrm>
                  <a:off x="685800" y="1110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Connecteur droit 23">
                  <a:extLst>
                    <a:ext uri="{FF2B5EF4-FFF2-40B4-BE49-F238E27FC236}">
                      <a16:creationId xmlns:a16="http://schemas.microsoft.com/office/drawing/2014/main" id="{E444AEAF-AD47-4F9E-BEFF-B64613B08D08}"/>
                    </a:ext>
                  </a:extLst>
                </p:cNvPr>
                <p:cNvCxnSpPr/>
                <p:nvPr/>
              </p:nvCxnSpPr>
              <p:spPr>
                <a:xfrm>
                  <a:off x="685800" y="996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necteur droit 24">
                  <a:extLst>
                    <a:ext uri="{FF2B5EF4-FFF2-40B4-BE49-F238E27FC236}">
                      <a16:creationId xmlns:a16="http://schemas.microsoft.com/office/drawing/2014/main" id="{7086FBAA-559A-47D0-96C0-9D4B092CF28B}"/>
                    </a:ext>
                  </a:extLst>
                </p:cNvPr>
                <p:cNvCxnSpPr/>
                <p:nvPr/>
              </p:nvCxnSpPr>
              <p:spPr>
                <a:xfrm>
                  <a:off x="685800" y="881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27F3EC86-E431-4E32-B9C4-C01CB5E6D828}"/>
                  </a:ext>
                </a:extLst>
              </p:cNvPr>
              <p:cNvCxnSpPr/>
              <p:nvPr/>
            </p:nvCxnSpPr>
            <p:spPr>
              <a:xfrm flipH="1">
                <a:off x="6141720" y="3544192"/>
                <a:ext cx="137160" cy="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7AA129E-2D51-4AFC-9A14-5B247663FA0D}"/>
                  </a:ext>
                </a:extLst>
              </p:cNvPr>
              <p:cNvSpPr/>
              <p:nvPr/>
            </p:nvSpPr>
            <p:spPr>
              <a:xfrm>
                <a:off x="6114098" y="2665095"/>
                <a:ext cx="191453" cy="6790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18" name="Groupe 17">
                <a:extLst>
                  <a:ext uri="{FF2B5EF4-FFF2-40B4-BE49-F238E27FC236}">
                    <a16:creationId xmlns:a16="http://schemas.microsoft.com/office/drawing/2014/main" id="{5DA9BE97-FB9D-4E8D-8DBA-DA5CCFFE1658}"/>
                  </a:ext>
                </a:extLst>
              </p:cNvPr>
              <p:cNvGrpSpPr/>
              <p:nvPr/>
            </p:nvGrpSpPr>
            <p:grpSpPr>
              <a:xfrm>
                <a:off x="6073774" y="3957001"/>
                <a:ext cx="298451" cy="142241"/>
                <a:chOff x="6127750" y="4239260"/>
                <a:chExt cx="298451" cy="142241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BCD1C7B-3651-4A0D-889A-B9C47CD7D223}"/>
                    </a:ext>
                  </a:extLst>
                </p:cNvPr>
                <p:cNvSpPr/>
                <p:nvPr/>
              </p:nvSpPr>
              <p:spPr>
                <a:xfrm>
                  <a:off x="6127750" y="4285870"/>
                  <a:ext cx="239601" cy="57057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153B8E31-A975-4572-871C-819B3D749175}"/>
                    </a:ext>
                  </a:extLst>
                </p:cNvPr>
                <p:cNvSpPr/>
                <p:nvPr/>
              </p:nvSpPr>
              <p:spPr>
                <a:xfrm>
                  <a:off x="6351588" y="4239260"/>
                  <a:ext cx="74613" cy="14224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F11653B0-4C08-4A4A-98B3-648A981C3C80}"/>
              </a:ext>
            </a:extLst>
          </p:cNvPr>
          <p:cNvCxnSpPr>
            <a:cxnSpLocks/>
          </p:cNvCxnSpPr>
          <p:nvPr/>
        </p:nvCxnSpPr>
        <p:spPr>
          <a:xfrm flipH="1">
            <a:off x="2085859" y="2432074"/>
            <a:ext cx="1423824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7685B346-0A38-442C-99F4-3B67C7B04764}"/>
                  </a:ext>
                </a:extLst>
              </p:cNvPr>
              <p:cNvSpPr txBox="1"/>
              <p:nvPr/>
            </p:nvSpPr>
            <p:spPr>
              <a:xfrm>
                <a:off x="3509683" y="2108908"/>
                <a:ext cx="3109014" cy="646331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Sulfate de cérium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Ce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fr-FR" baseline="-25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,0.10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i="0" dirty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b="0" i="0" dirty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7685B346-0A38-442C-99F4-3B67C7B04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683" y="2108908"/>
                <a:ext cx="3109014" cy="646331"/>
              </a:xfrm>
              <a:prstGeom prst="rect">
                <a:avLst/>
              </a:prstGeom>
              <a:blipFill>
                <a:blip r:embed="rId2"/>
                <a:stretch>
                  <a:fillRect l="-1563" t="-4630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12EEB8E0-464E-47D1-8D07-8E12A4D33EB7}"/>
              </a:ext>
            </a:extLst>
          </p:cNvPr>
          <p:cNvCxnSpPr>
            <a:cxnSpLocks/>
          </p:cNvCxnSpPr>
          <p:nvPr/>
        </p:nvCxnSpPr>
        <p:spPr>
          <a:xfrm flipH="1">
            <a:off x="2085859" y="4899114"/>
            <a:ext cx="1423824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6F16FCDA-C841-44D0-B236-D23D93A67DDD}"/>
                  </a:ext>
                </a:extLst>
              </p:cNvPr>
              <p:cNvSpPr txBox="1"/>
              <p:nvPr/>
            </p:nvSpPr>
            <p:spPr>
              <a:xfrm>
                <a:off x="3509683" y="4575948"/>
                <a:ext cx="2499333" cy="92333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Solution de sel de Mohr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Fe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</a:rPr>
                      <m:t>, 6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 </a:t>
                </a:r>
                <a:endParaRPr lang="fr-FR" baseline="-25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= ??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6F16FCDA-C841-44D0-B236-D23D93A67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683" y="4575948"/>
                <a:ext cx="2499333" cy="923330"/>
              </a:xfrm>
              <a:prstGeom prst="rect">
                <a:avLst/>
              </a:prstGeom>
              <a:blipFill>
                <a:blip r:embed="rId3"/>
                <a:stretch>
                  <a:fillRect l="-1942" t="-3268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E00BCD72-C6D8-441F-99F7-044338249E2B}"/>
                  </a:ext>
                </a:extLst>
              </p:cNvPr>
              <p:cNvSpPr txBox="1"/>
              <p:nvPr/>
            </p:nvSpPr>
            <p:spPr>
              <a:xfrm>
                <a:off x="5551419" y="3292766"/>
                <a:ext cx="64158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Fe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Ce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4+</m:t>
                          </m:r>
                        </m:sup>
                      </m:sSup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i="0">
                              <a:latin typeface="Cambria Math" panose="02040503050406030204" pitchFamily="18" charset="0"/>
                            </a:rPr>
                            <m:t>Fe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400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i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 sz="24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i="0">
                              <a:latin typeface="Cambria Math" panose="02040503050406030204" pitchFamily="18" charset="0"/>
                            </a:rPr>
                            <m:t>Ce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400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i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E00BCD72-C6D8-441F-99F7-044338249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419" y="3292766"/>
                <a:ext cx="6415859" cy="369332"/>
              </a:xfrm>
              <a:prstGeom prst="rect">
                <a:avLst/>
              </a:prstGeom>
              <a:blipFill>
                <a:blip r:embed="rId4"/>
                <a:stretch>
                  <a:fillRect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30047611-40CA-4AEC-A14C-C8CC2B34F7D3}"/>
                  </a:ext>
                </a:extLst>
              </p:cNvPr>
              <p:cNvSpPr txBox="1"/>
              <p:nvPr/>
            </p:nvSpPr>
            <p:spPr>
              <a:xfrm>
                <a:off x="6406184" y="3923611"/>
                <a:ext cx="3663240" cy="731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À l’équivalence,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30047611-40CA-4AEC-A14C-C8CC2B34F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184" y="3923611"/>
                <a:ext cx="3663240" cy="731547"/>
              </a:xfrm>
              <a:prstGeom prst="rect">
                <a:avLst/>
              </a:prstGeom>
              <a:blipFill>
                <a:blip r:embed="rId5"/>
                <a:stretch>
                  <a:fillRect l="-1830" t="-5000" b="-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Espace réservé du pied de page 3">
            <a:extLst>
              <a:ext uri="{FF2B5EF4-FFF2-40B4-BE49-F238E27FC236}">
                <a16:creationId xmlns:a16="http://schemas.microsoft.com/office/drawing/2014/main" id="{A605A386-94A7-4FCC-9561-6CCB3CBF0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8667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B79E4-9E52-4E37-ADB9-C65D278F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Conductimétrie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7198A0-D296-4271-A430-072620F6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7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435118F-D31F-4885-B1DC-313243B81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923" y="1308941"/>
            <a:ext cx="5912154" cy="4896102"/>
          </a:xfrm>
          <a:prstGeom prst="rect">
            <a:avLst/>
          </a:prstGeom>
        </p:spPr>
      </p:pic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A448945A-AE72-48D7-B8F9-80C19750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0116520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990</TotalTime>
  <Words>191</Words>
  <Application>Microsoft Office PowerPoint</Application>
  <PresentationFormat>Grand écran</PresentationFormat>
  <Paragraphs>52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Cambria Math</vt:lpstr>
      <vt:lpstr>Rétrospective</vt:lpstr>
      <vt:lpstr>Capteurs électrochimiques</vt:lpstr>
      <vt:lpstr>Potentiels d’électrode</vt:lpstr>
      <vt:lpstr>Électrodes de référence</vt:lpstr>
      <vt:lpstr>Électrodes de référence</vt:lpstr>
      <vt:lpstr>Potentiel d’électrode : Fe^(3+)/Fe^(2+)</vt:lpstr>
      <vt:lpstr>Titrage potentiométrique des ions Fer (II)</vt:lpstr>
      <vt:lpstr>Conductimétrie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63</cp:revision>
  <cp:lastPrinted>2019-06-25T20:50:21Z</cp:lastPrinted>
  <dcterms:created xsi:type="dcterms:W3CDTF">2019-04-06T14:18:31Z</dcterms:created>
  <dcterms:modified xsi:type="dcterms:W3CDTF">2019-06-25T20:50:24Z</dcterms:modified>
</cp:coreProperties>
</file>