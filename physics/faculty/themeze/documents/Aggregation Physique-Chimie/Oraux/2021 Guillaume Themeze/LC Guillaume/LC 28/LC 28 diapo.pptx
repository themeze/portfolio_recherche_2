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wdp" ContentType="image/vnd.ms-photo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7" r:id="rId2"/>
    <p:sldMasterId id="2147483709" r:id="rId3"/>
  </p:sldMasterIdLst>
  <p:notesMasterIdLst>
    <p:notesMasterId r:id="rId17"/>
  </p:notesMasterIdLst>
  <p:sldIdLst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58" r:id="rId13"/>
    <p:sldId id="269" r:id="rId14"/>
    <p:sldId id="267" r:id="rId15"/>
    <p:sldId id="268" r:id="rId16"/>
  </p:sldIdLst>
  <p:sldSz cx="9144000" cy="5145088"/>
  <p:notesSz cx="7559675" cy="106918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084F"/>
    <a:srgbClr val="066E9F"/>
    <a:srgbClr val="FF3399"/>
    <a:srgbClr val="539BBD"/>
    <a:srgbClr val="97DBFB"/>
    <a:srgbClr val="00B050"/>
    <a:srgbClr val="C1DF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1883" autoAdjust="0"/>
  </p:normalViewPr>
  <p:slideViewPr>
    <p:cSldViewPr snapToGrid="0">
      <p:cViewPr varScale="1">
        <p:scale>
          <a:sx n="115" d="100"/>
          <a:sy n="115" d="100"/>
        </p:scale>
        <p:origin x="9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2782F5-A916-4653-9283-0B21DAE59FD2}" type="datetimeFigureOut">
              <a:rPr lang="fr-FR" smtClean="0"/>
              <a:t>23/06/2021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574675" y="1336675"/>
            <a:ext cx="64103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5CBF42-708B-4E44-B726-068829AEE59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1636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382" y="4802082"/>
            <a:ext cx="9141619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2204"/>
            <a:ext cx="9141619" cy="480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31F701-4968-46AE-B777-6FB50F0714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xmlns="" id="{0AEBC926-49BC-4890-ADE2-C02F78541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8921" y="1616763"/>
            <a:ext cx="7543800" cy="10884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z="6000"/>
            </a:lvl1pPr>
          </a:lstStyle>
          <a:p>
            <a:r>
              <a:rPr lang="fr-FR" dirty="0"/>
              <a:t>Titre</a:t>
            </a:r>
            <a:endParaRPr lang="en-US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xmlns="" id="{83F3BEDD-3280-49C7-BA47-A9F8858CDC01}"/>
              </a:ext>
            </a:extLst>
          </p:cNvPr>
          <p:cNvCxnSpPr/>
          <p:nvPr userDrawn="1"/>
        </p:nvCxnSpPr>
        <p:spPr>
          <a:xfrm>
            <a:off x="798921" y="2710731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A7C32FB1-E2FF-4CF3-95D1-5E311C2865EA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smtClean="0">
                <a:solidFill>
                  <a:schemeClr val="bg1"/>
                </a:solidFill>
                <a:latin typeface="+mj-lt"/>
              </a:rPr>
              <a:t>THEMEZE</a:t>
            </a:r>
            <a:r>
              <a:rPr lang="en-US" sz="900" baseline="0" smtClean="0">
                <a:solidFill>
                  <a:schemeClr val="bg1"/>
                </a:solidFill>
                <a:latin typeface="+mj-lt"/>
              </a:rPr>
              <a:t>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9504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382" y="4802082"/>
            <a:ext cx="9141619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2204"/>
            <a:ext cx="9141619" cy="480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xmlns="" id="{C9E5BD84-DC66-4CA9-B14F-F778A3BA3AF2}"/>
              </a:ext>
            </a:extLst>
          </p:cNvPr>
          <p:cNvCxnSpPr/>
          <p:nvPr userDrawn="1"/>
        </p:nvCxnSpPr>
        <p:spPr>
          <a:xfrm>
            <a:off x="675048" y="716623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itle Placeholder 1">
            <a:extLst>
              <a:ext uri="{FF2B5EF4-FFF2-40B4-BE49-F238E27FC236}">
                <a16:creationId xmlns:a16="http://schemas.microsoft.com/office/drawing/2014/main" xmlns="" id="{5FE470C6-3407-4B39-9256-D7CBAE76B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048" y="144379"/>
            <a:ext cx="7543800" cy="69449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z="4800"/>
            </a:lvl1pPr>
          </a:lstStyle>
          <a:p>
            <a:r>
              <a:rPr lang="fr-FR" dirty="0"/>
              <a:t>Titre</a:t>
            </a:r>
            <a:endParaRPr lang="en-US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A7C32FB1-E2FF-4CF3-95D1-5E311C2865EA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smtClean="0">
                <a:solidFill>
                  <a:schemeClr val="bg1"/>
                </a:solidFill>
                <a:latin typeface="+mj-lt"/>
              </a:rPr>
              <a:t>THEMEZE</a:t>
            </a:r>
            <a:r>
              <a:rPr lang="en-US" sz="900" baseline="0" smtClean="0">
                <a:solidFill>
                  <a:schemeClr val="bg1"/>
                </a:solidFill>
                <a:latin typeface="+mj-lt"/>
              </a:rPr>
              <a:t>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83207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381" y="-1"/>
            <a:ext cx="9141619" cy="38444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0" y="3844412"/>
            <a:ext cx="9141619" cy="480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xmlns="" id="{C9E5BD84-DC66-4CA9-B14F-F778A3BA3AF2}"/>
              </a:ext>
            </a:extLst>
          </p:cNvPr>
          <p:cNvCxnSpPr/>
          <p:nvPr userDrawn="1"/>
        </p:nvCxnSpPr>
        <p:spPr>
          <a:xfrm>
            <a:off x="659006" y="572244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itle Placeholder 1">
            <a:extLst>
              <a:ext uri="{FF2B5EF4-FFF2-40B4-BE49-F238E27FC236}">
                <a16:creationId xmlns:a16="http://schemas.microsoft.com/office/drawing/2014/main" xmlns="" id="{5FE470C6-3407-4B39-9256-D7CBAE76B6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844412"/>
            <a:ext cx="7543800" cy="4577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z="9600" b="1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Merci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967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2082"/>
            <a:ext cx="9144000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2204"/>
            <a:ext cx="9144001" cy="495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6586" y="1611199"/>
            <a:ext cx="7543800" cy="10884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6335"/>
            <a:ext cx="984019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xmlns="" id="{5F6E0C2E-DB01-42C5-AD9A-A992C3E17B5B}"/>
              </a:ext>
            </a:extLst>
          </p:cNvPr>
          <p:cNvCxnSpPr/>
          <p:nvPr userDrawn="1"/>
        </p:nvCxnSpPr>
        <p:spPr>
          <a:xfrm>
            <a:off x="1196586" y="2699603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A7C32FB1-E2FF-4CF3-95D1-5E311C2865EA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smtClean="0">
                <a:solidFill>
                  <a:schemeClr val="bg1"/>
                </a:solidFill>
                <a:latin typeface="+mj-lt"/>
              </a:rPr>
              <a:t>THEMEZE</a:t>
            </a:r>
            <a:r>
              <a:rPr lang="en-US" sz="900" baseline="0" smtClean="0">
                <a:solidFill>
                  <a:schemeClr val="bg1"/>
                </a:solidFill>
                <a:latin typeface="+mj-lt"/>
              </a:rPr>
              <a:t>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5611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hf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2082"/>
            <a:ext cx="9144000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2204"/>
            <a:ext cx="9144001" cy="495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7321" y="114496"/>
            <a:ext cx="7543800" cy="4577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dirty="0"/>
              <a:t>Titre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6335"/>
            <a:ext cx="984019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xmlns="" id="{5F6E0C2E-DB01-42C5-AD9A-A992C3E17B5B}"/>
              </a:ext>
            </a:extLst>
          </p:cNvPr>
          <p:cNvCxnSpPr/>
          <p:nvPr userDrawn="1"/>
        </p:nvCxnSpPr>
        <p:spPr>
          <a:xfrm>
            <a:off x="659006" y="572244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A7C32FB1-E2FF-4CF3-95D1-5E311C2865EA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smtClean="0">
                <a:solidFill>
                  <a:schemeClr val="bg1"/>
                </a:solidFill>
                <a:latin typeface="+mj-lt"/>
              </a:rPr>
              <a:t>THEMEZE</a:t>
            </a:r>
            <a:r>
              <a:rPr lang="en-US" sz="900" baseline="0" smtClean="0">
                <a:solidFill>
                  <a:schemeClr val="bg1"/>
                </a:solidFill>
                <a:latin typeface="+mj-lt"/>
              </a:rPr>
              <a:t>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44376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hf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8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2082"/>
            <a:ext cx="9144000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2204"/>
            <a:ext cx="9144001" cy="495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6335"/>
            <a:ext cx="984019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A7C32FB1-E2FF-4CF3-95D1-5E311C2865EA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smtClean="0">
                <a:solidFill>
                  <a:schemeClr val="bg1"/>
                </a:solidFill>
                <a:latin typeface="+mj-lt"/>
              </a:rPr>
              <a:t>THEMEZE</a:t>
            </a:r>
            <a:r>
              <a:rPr lang="en-US" sz="900" baseline="0" smtClean="0">
                <a:solidFill>
                  <a:schemeClr val="bg1"/>
                </a:solidFill>
                <a:latin typeface="+mj-lt"/>
              </a:rPr>
              <a:t>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04997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hf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8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microsoft.com/office/2007/relationships/hdphoto" Target="../media/hdphoto2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3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4" Type="http://schemas.openxmlformats.org/officeDocument/2006/relationships/image" Target="NULL"/><Relationship Id="rId5" Type="http://schemas.openxmlformats.org/officeDocument/2006/relationships/image" Target="NULL"/><Relationship Id="rId6" Type="http://schemas.openxmlformats.org/officeDocument/2006/relationships/image" Target="NULL"/><Relationship Id="rId7" Type="http://schemas.openxmlformats.org/officeDocument/2006/relationships/image" Target="NULL"/><Relationship Id="rId1" Type="http://schemas.openxmlformats.org/officeDocument/2006/relationships/slideLayout" Target="../slideLayouts/slideLayout2.xml"/><Relationship Id="rId2" Type="http://schemas.openxmlformats.org/officeDocument/2006/relationships/image" Target="NUL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C3A679E2-BCF3-45FF-9846-55A224C82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4846335"/>
            <a:ext cx="984019" cy="273928"/>
          </a:xfrm>
        </p:spPr>
        <p:txBody>
          <a:bodyPr/>
          <a:lstStyle/>
          <a:p>
            <a:fld id="{9A31F701-4968-46AE-B777-6FB50F0714C3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xmlns="" id="{C649B183-356E-41EB-B214-68910814D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920" y="1616763"/>
            <a:ext cx="7610443" cy="1088404"/>
          </a:xfrm>
        </p:spPr>
        <p:txBody>
          <a:bodyPr>
            <a:normAutofit fontScale="90000"/>
          </a:bodyPr>
          <a:lstStyle/>
          <a:p>
            <a:r>
              <a:rPr lang="fr-FR" dirty="0"/>
              <a:t>Cinétique électrochimique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07AC654D-D0E1-4F64-B9D3-25446D986FCD}"/>
              </a:ext>
            </a:extLst>
          </p:cNvPr>
          <p:cNvSpPr txBox="1"/>
          <p:nvPr/>
        </p:nvSpPr>
        <p:spPr>
          <a:xfrm>
            <a:off x="5418767" y="2783855"/>
            <a:ext cx="29239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Agrégation </a:t>
            </a:r>
            <a:r>
              <a:rPr lang="fr-FR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2021</a:t>
            </a:r>
            <a:endParaRPr lang="fr-FR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41335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032F299C-45A2-42CC-8ADB-1AC281A3E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1F701-4968-46AE-B777-6FB50F0714C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xmlns="" id="{E0727A64-ABE8-4925-B0CA-265708F79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35" y="24825"/>
            <a:ext cx="8857129" cy="694497"/>
          </a:xfrm>
        </p:spPr>
        <p:txBody>
          <a:bodyPr/>
          <a:lstStyle/>
          <a:p>
            <a:r>
              <a:rPr lang="fr-FR" dirty="0"/>
              <a:t>Diagramme E-pH du fer et de l’eau</a:t>
            </a:r>
          </a:p>
        </p:txBody>
      </p:sp>
      <p:pic>
        <p:nvPicPr>
          <p:cNvPr id="5" name="Image 14">
            <a:extLst>
              <a:ext uri="{FF2B5EF4-FFF2-40B4-BE49-F238E27FC236}">
                <a16:creationId xmlns:a16="http://schemas.microsoft.com/office/drawing/2014/main" xmlns="" id="{441C2780-46F6-4F17-9EA7-0DB6B279A9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60" b="6689"/>
          <a:stretch/>
        </p:blipFill>
        <p:spPr>
          <a:xfrm>
            <a:off x="5049527" y="802702"/>
            <a:ext cx="4001343" cy="396025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9" name="Image 38">
            <a:extLst>
              <a:ext uri="{FF2B5EF4-FFF2-40B4-BE49-F238E27FC236}">
                <a16:creationId xmlns:a16="http://schemas.microsoft.com/office/drawing/2014/main" xmlns="" id="{5FDFDC6B-B359-446D-B123-08FE86589D8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951" b="58714" l="51119" r="69286"/>
                    </a14:imgEffect>
                  </a14:imgLayer>
                </a14:imgProps>
              </a:ext>
            </a:extLst>
          </a:blip>
          <a:srcRect l="58937" t="39509" r="31412" b="47584"/>
          <a:stretch/>
        </p:blipFill>
        <p:spPr>
          <a:xfrm>
            <a:off x="650981" y="3771755"/>
            <a:ext cx="65566" cy="58456"/>
          </a:xfrm>
          <a:prstGeom prst="rect">
            <a:avLst/>
          </a:prstGeom>
        </p:spPr>
      </p:pic>
      <p:grpSp>
        <p:nvGrpSpPr>
          <p:cNvPr id="46" name="Groupe 45">
            <a:extLst>
              <a:ext uri="{FF2B5EF4-FFF2-40B4-BE49-F238E27FC236}">
                <a16:creationId xmlns:a16="http://schemas.microsoft.com/office/drawing/2014/main" xmlns="" id="{188963D0-ED9E-4556-8241-C8FEE67E2678}"/>
              </a:ext>
            </a:extLst>
          </p:cNvPr>
          <p:cNvGrpSpPr/>
          <p:nvPr/>
        </p:nvGrpSpPr>
        <p:grpSpPr>
          <a:xfrm>
            <a:off x="351913" y="2115348"/>
            <a:ext cx="1131857" cy="2387213"/>
            <a:chOff x="178385" y="2088837"/>
            <a:chExt cx="1010758" cy="2231951"/>
          </a:xfrm>
        </p:grpSpPr>
        <p:grpSp>
          <p:nvGrpSpPr>
            <p:cNvPr id="43" name="Groupe 42">
              <a:extLst>
                <a:ext uri="{FF2B5EF4-FFF2-40B4-BE49-F238E27FC236}">
                  <a16:creationId xmlns:a16="http://schemas.microsoft.com/office/drawing/2014/main" xmlns="" id="{04F50A6B-CB5A-4763-A4F8-0E8C2FF9DB45}"/>
                </a:ext>
              </a:extLst>
            </p:cNvPr>
            <p:cNvGrpSpPr/>
            <p:nvPr/>
          </p:nvGrpSpPr>
          <p:grpSpPr>
            <a:xfrm>
              <a:off x="178385" y="2088837"/>
              <a:ext cx="1010758" cy="2231951"/>
              <a:chOff x="178385" y="2088837"/>
              <a:chExt cx="1010758" cy="2231951"/>
            </a:xfrm>
          </p:grpSpPr>
          <p:grpSp>
            <p:nvGrpSpPr>
              <p:cNvPr id="41" name="Groupe 40">
                <a:extLst>
                  <a:ext uri="{FF2B5EF4-FFF2-40B4-BE49-F238E27FC236}">
                    <a16:creationId xmlns:a16="http://schemas.microsoft.com/office/drawing/2014/main" xmlns="" id="{4369DF34-2D98-4C4E-9DB7-B4CA4F0C3E22}"/>
                  </a:ext>
                </a:extLst>
              </p:cNvPr>
              <p:cNvGrpSpPr/>
              <p:nvPr/>
            </p:nvGrpSpPr>
            <p:grpSpPr>
              <a:xfrm>
                <a:off x="178385" y="2088837"/>
                <a:ext cx="1010758" cy="2231951"/>
                <a:chOff x="312257" y="2110268"/>
                <a:chExt cx="1010758" cy="2231951"/>
              </a:xfrm>
            </p:grpSpPr>
            <p:grpSp>
              <p:nvGrpSpPr>
                <p:cNvPr id="38" name="Groupe 37">
                  <a:extLst>
                    <a:ext uri="{FF2B5EF4-FFF2-40B4-BE49-F238E27FC236}">
                      <a16:creationId xmlns:a16="http://schemas.microsoft.com/office/drawing/2014/main" xmlns="" id="{75D0F908-F25D-457D-973D-E7D1348417DD}"/>
                    </a:ext>
                  </a:extLst>
                </p:cNvPr>
                <p:cNvGrpSpPr/>
                <p:nvPr/>
              </p:nvGrpSpPr>
              <p:grpSpPr>
                <a:xfrm>
                  <a:off x="312257" y="2110268"/>
                  <a:ext cx="1010758" cy="2231951"/>
                  <a:chOff x="331307" y="2110268"/>
                  <a:chExt cx="1010758" cy="2231951"/>
                </a:xfrm>
              </p:grpSpPr>
              <p:grpSp>
                <p:nvGrpSpPr>
                  <p:cNvPr id="34" name="Groupe 33">
                    <a:extLst>
                      <a:ext uri="{FF2B5EF4-FFF2-40B4-BE49-F238E27FC236}">
                        <a16:creationId xmlns:a16="http://schemas.microsoft.com/office/drawing/2014/main" xmlns="" id="{A2946185-B764-47AE-AE71-F9E88F8D92E9}"/>
                      </a:ext>
                    </a:extLst>
                  </p:cNvPr>
                  <p:cNvGrpSpPr/>
                  <p:nvPr/>
                </p:nvGrpSpPr>
                <p:grpSpPr>
                  <a:xfrm>
                    <a:off x="331307" y="2110268"/>
                    <a:ext cx="1010758" cy="2231951"/>
                    <a:chOff x="331307" y="2110268"/>
                    <a:chExt cx="1010758" cy="2231951"/>
                  </a:xfrm>
                </p:grpSpPr>
                <p:grpSp>
                  <p:nvGrpSpPr>
                    <p:cNvPr id="31" name="Groupe 30">
                      <a:extLst>
                        <a:ext uri="{FF2B5EF4-FFF2-40B4-BE49-F238E27FC236}">
                          <a16:creationId xmlns:a16="http://schemas.microsoft.com/office/drawing/2014/main" xmlns="" id="{9795C9BD-B82F-42FC-860C-AAB03B61AC8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31307" y="2110268"/>
                      <a:ext cx="1010758" cy="2231951"/>
                      <a:chOff x="925032" y="2065818"/>
                      <a:chExt cx="1010758" cy="2231951"/>
                    </a:xfrm>
                  </p:grpSpPr>
                  <p:grpSp>
                    <p:nvGrpSpPr>
                      <p:cNvPr id="28" name="Groupe 27">
                        <a:extLst>
                          <a:ext uri="{FF2B5EF4-FFF2-40B4-BE49-F238E27FC236}">
                            <a16:creationId xmlns:a16="http://schemas.microsoft.com/office/drawing/2014/main" xmlns="" id="{C6EA111D-1FF2-46F8-9D95-7B3A439D6DB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5032" y="2065818"/>
                        <a:ext cx="1010758" cy="2231951"/>
                        <a:chOff x="903767" y="2076450"/>
                        <a:chExt cx="1010758" cy="2231951"/>
                      </a:xfrm>
                    </p:grpSpPr>
                    <p:grpSp>
                      <p:nvGrpSpPr>
                        <p:cNvPr id="25" name="Groupe 24">
                          <a:extLst>
                            <a:ext uri="{FF2B5EF4-FFF2-40B4-BE49-F238E27FC236}">
                              <a16:creationId xmlns:a16="http://schemas.microsoft.com/office/drawing/2014/main" xmlns="" id="{7FBCA51C-3F92-4042-BC54-CF4B43DF0E1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03767" y="2076450"/>
                          <a:ext cx="1010758" cy="2231951"/>
                          <a:chOff x="903767" y="2076450"/>
                          <a:chExt cx="1010758" cy="2231951"/>
                        </a:xfrm>
                      </p:grpSpPr>
                      <p:grpSp>
                        <p:nvGrpSpPr>
                          <p:cNvPr id="21" name="Groupe 20">
                            <a:extLst>
                              <a:ext uri="{FF2B5EF4-FFF2-40B4-BE49-F238E27FC236}">
                                <a16:creationId xmlns:a16="http://schemas.microsoft.com/office/drawing/2014/main" xmlns="" id="{8D840BEF-2CD9-43C6-9D00-DD23707584A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03767" y="2076450"/>
                            <a:ext cx="1010758" cy="2231951"/>
                            <a:chOff x="1360967" y="2126512"/>
                            <a:chExt cx="786514" cy="2200939"/>
                          </a:xfrm>
                        </p:grpSpPr>
                        <p:grpSp>
                          <p:nvGrpSpPr>
                            <p:cNvPr id="19" name="Groupe 18">
                              <a:extLst>
                                <a:ext uri="{FF2B5EF4-FFF2-40B4-BE49-F238E27FC236}">
                                  <a16:creationId xmlns:a16="http://schemas.microsoft.com/office/drawing/2014/main" xmlns="" id="{6E32E028-6DEB-486A-9276-E0D5059C133E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360967" y="2126512"/>
                              <a:ext cx="786514" cy="2200939"/>
                              <a:chOff x="1360967" y="2126512"/>
                              <a:chExt cx="786514" cy="2200939"/>
                            </a:xfrm>
                          </p:grpSpPr>
                          <p:grpSp>
                            <p:nvGrpSpPr>
                              <p:cNvPr id="13" name="Groupe 12">
                                <a:extLst>
                                  <a:ext uri="{FF2B5EF4-FFF2-40B4-BE49-F238E27FC236}">
                                    <a16:creationId xmlns:a16="http://schemas.microsoft.com/office/drawing/2014/main" xmlns="" id="{69FADCDF-062F-42BF-A378-616E7FBACA15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1360967" y="2126512"/>
                                <a:ext cx="778983" cy="2200939"/>
                                <a:chOff x="1360967" y="2126512"/>
                                <a:chExt cx="778983" cy="2200939"/>
                              </a:xfrm>
                            </p:grpSpPr>
                            <p:sp>
                              <p:nvSpPr>
                                <p:cNvPr id="3" name="Rectangle 2">
                                  <a:extLst>
                                    <a:ext uri="{FF2B5EF4-FFF2-40B4-BE49-F238E27FC236}">
                                      <a16:creationId xmlns:a16="http://schemas.microsoft.com/office/drawing/2014/main" xmlns="" id="{D4B632E5-69D3-4268-8A50-0255980C8767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360967" y="2339163"/>
                                  <a:ext cx="723014" cy="1988288"/>
                                </a:xfrm>
                                <a:prstGeom prst="rect">
                                  <a:avLst/>
                                </a:prstGeom>
                                <a:solidFill>
                                  <a:schemeClr val="bg1"/>
                                </a:solidFill>
                                <a:ln>
                                  <a:solidFill>
                                    <a:schemeClr val="tx1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>
                                    <a:shade val="50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fr-FR" dirty="0"/>
                                </a:p>
                              </p:txBody>
                            </p:sp>
                            <p:sp>
                              <p:nvSpPr>
                                <p:cNvPr id="12" name="Parallélogramme 11">
                                  <a:extLst>
                                    <a:ext uri="{FF2B5EF4-FFF2-40B4-BE49-F238E27FC236}">
                                      <a16:creationId xmlns:a16="http://schemas.microsoft.com/office/drawing/2014/main" xmlns="" id="{B0FE1DCD-4877-4A53-90E4-CB218B81C475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360967" y="2126512"/>
                                  <a:ext cx="778983" cy="212651"/>
                                </a:xfrm>
                                <a:prstGeom prst="parallelogram">
                                  <a:avLst/>
                                </a:prstGeom>
                                <a:noFill/>
                                <a:ln>
                                  <a:solidFill>
                                    <a:schemeClr val="tx1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>
                                    <a:shade val="50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fr-FR"/>
                                </a:p>
                              </p:txBody>
                            </p:sp>
                          </p:grpSp>
                          <p:cxnSp>
                            <p:nvCxnSpPr>
                              <p:cNvPr id="15" name="Connecteur droit 14">
                                <a:extLst>
                                  <a:ext uri="{FF2B5EF4-FFF2-40B4-BE49-F238E27FC236}">
                                    <a16:creationId xmlns:a16="http://schemas.microsoft.com/office/drawing/2014/main" xmlns="" id="{73937532-B6AB-47AF-99E0-9621E2877AB6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2147481" y="2126512"/>
                                <a:ext cx="0" cy="2000988"/>
                              </a:xfrm>
                              <a:prstGeom prst="line">
                                <a:avLst/>
                              </a:prstGeom>
                            </p:spPr>
                            <p:style>
                              <a:lnRef idx="1">
                                <a:schemeClr val="dk1"/>
                              </a:lnRef>
                              <a:fillRef idx="0">
                                <a:schemeClr val="dk1"/>
                              </a:fillRef>
                              <a:effectRef idx="0">
                                <a:schemeClr val="dk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18" name="Parallélogramme 17">
                                <a:extLst>
                                  <a:ext uri="{FF2B5EF4-FFF2-40B4-BE49-F238E27FC236}">
                                    <a16:creationId xmlns:a16="http://schemas.microsoft.com/office/drawing/2014/main" xmlns="" id="{E04D6F50-E971-418D-AD81-B56B8ECEA874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360967" y="4114800"/>
                                <a:ext cx="778983" cy="212651"/>
                              </a:xfrm>
                              <a:prstGeom prst="parallelogram">
                                <a:avLst/>
                              </a:prstGeom>
                              <a:solidFill>
                                <a:srgbClr val="97DBFB">
                                  <a:alpha val="56078"/>
                                </a:srgbClr>
                              </a:solidFill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fr-FR"/>
                              </a:p>
                            </p:txBody>
                          </p:sp>
                        </p:grpSp>
                        <p:cxnSp>
                          <p:nvCxnSpPr>
                            <p:cNvPr id="20" name="Connecteur droit 19">
                              <a:extLst>
                                <a:ext uri="{FF2B5EF4-FFF2-40B4-BE49-F238E27FC236}">
                                  <a16:creationId xmlns:a16="http://schemas.microsoft.com/office/drawing/2014/main" xmlns="" id="{F6CCEB41-9FCB-47A5-9D24-3F077DCFDF42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1417231" y="2134390"/>
                              <a:ext cx="0" cy="2000988"/>
                            </a:xfrm>
                            <a:prstGeom prst="line">
                              <a:avLst/>
                            </a:prstGeom>
                          </p:spPr>
                          <p:style>
                            <a:lnRef idx="1">
                              <a:schemeClr val="dk1"/>
                            </a:lnRef>
                            <a:fillRef idx="0">
                              <a:schemeClr val="dk1"/>
                            </a:fillRef>
                            <a:effectRef idx="0">
                              <a:schemeClr val="dk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sp>
                        <p:nvSpPr>
                          <p:cNvPr id="24" name="Rectangle 23">
                            <a:extLst>
                              <a:ext uri="{FF2B5EF4-FFF2-40B4-BE49-F238E27FC236}">
                                <a16:creationId xmlns:a16="http://schemas.microsoft.com/office/drawing/2014/main" xmlns="" id="{1F220CD3-5C4A-460F-9601-164085EC33A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03767" y="2300086"/>
                            <a:ext cx="1001077" cy="1921360"/>
                          </a:xfrm>
                          <a:prstGeom prst="rect">
                            <a:avLst/>
                          </a:prstGeom>
                          <a:solidFill>
                            <a:srgbClr val="97DBFB">
                              <a:alpha val="34902"/>
                            </a:srgbClr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fr-FR"/>
                          </a:p>
                        </p:txBody>
                      </p:sp>
                    </p:grpSp>
                    <p:sp>
                      <p:nvSpPr>
                        <p:cNvPr id="27" name="Parallélogramme 26">
                          <a:extLst>
                            <a:ext uri="{FF2B5EF4-FFF2-40B4-BE49-F238E27FC236}">
                              <a16:creationId xmlns:a16="http://schemas.microsoft.com/office/drawing/2014/main" xmlns="" id="{8D6B01CC-3D9A-48C8-9B88-1F8297A7689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13445" y="2284108"/>
                          <a:ext cx="1001080" cy="215647"/>
                        </a:xfrm>
                        <a:prstGeom prst="parallelogram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pic>
                    <p:nvPicPr>
                      <p:cNvPr id="30" name="Image 29">
                        <a:extLst>
                          <a:ext uri="{FF2B5EF4-FFF2-40B4-BE49-F238E27FC236}">
                            <a16:creationId xmlns:a16="http://schemas.microsoft.com/office/drawing/2014/main" xmlns="" id="{4640EA83-9330-48D1-95D0-30F35907243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5">
                        <a:duotone>
                          <a:prstClr val="black"/>
                          <a:schemeClr val="accent6">
                            <a:lumMod val="40000"/>
                            <a:lumOff val="60000"/>
                            <a:tint val="45000"/>
                            <a:satMod val="400000"/>
                          </a:schemeClr>
                        </a:duotone>
                        <a:extLst>
                          <a:ext uri="{BEBA8EAE-BF5A-486C-A8C5-ECC9F3942E4B}">
                            <a14:imgProps xmlns:a14="http://schemas.microsoft.com/office/drawing/2010/main">
                              <a14:imgLayer r:embed="rId6">
                                <a14:imgEffect>
                                  <a14:backgroundRemoval t="21113" b="79743" l="785" r="98573">
                                    <a14:foregroundMark x1="10770" y1="21897" x2="3709" y2="28388"/>
                                    <a14:foregroundMark x1="3709" y1="28388" x2="8845" y2="24394"/>
                                    <a14:foregroundMark x1="10342" y1="22753" x2="11555" y2="21113"/>
                                    <a14:foregroundMark x1="785" y1="35521" x2="785" y2="33880"/>
                                    <a14:foregroundMark x1="98573" y1="80171" x2="90300" y2="75820"/>
                                    <a14:foregroundMark x1="90300" y1="75820" x2="87803" y2="71897"/>
                                    <a14:foregroundMark x1="98573" y1="79743" x2="97504" y2="76676"/>
                                  </a14:backgroundRemoval>
                                </a14:imgEffect>
                                <a14:imgEffect>
                                  <a14:colorTemperature colorTemp="5300"/>
                                </a14:imgEffect>
                              </a14:imgLayer>
                            </a14:imgProps>
                          </a:ext>
                        </a:extLst>
                      </a:blip>
                      <a:srcRect t="18393" b="18158"/>
                      <a:stretch/>
                    </p:blipFill>
                    <p:spPr>
                      <a:xfrm rot="3560380">
                        <a:off x="739307" y="2833594"/>
                        <a:ext cx="1391884" cy="883139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33" name="Image 32">
                      <a:extLst>
                        <a:ext uri="{FF2B5EF4-FFF2-40B4-BE49-F238E27FC236}">
                          <a16:creationId xmlns:a16="http://schemas.microsoft.com/office/drawing/2014/main" xmlns="" id="{4AD71E4F-3E24-4090-B66C-800AF93BBF5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>
                      <a:extLst>
                        <a:ext uri="{BEBA8EAE-BF5A-486C-A8C5-ECC9F3942E4B}">
                          <a14:imgProps xmlns:a14="http://schemas.microsoft.com/office/drawing/2010/main">
                            <a14:imgLayer r:embed="rId4">
                              <a14:imgEffect>
                                <a14:backgroundRemoval t="18951" b="58714" l="51119" r="69286"/>
                              </a14:imgEffect>
                            </a14:imgLayer>
                          </a14:imgProps>
                        </a:ext>
                      </a:extLst>
                    </a:blip>
                    <a:srcRect l="58937" t="39509" r="31412" b="47584"/>
                    <a:stretch/>
                  </p:blipFill>
                  <p:spPr>
                    <a:xfrm>
                      <a:off x="635125" y="3514219"/>
                      <a:ext cx="123739" cy="110321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35" name="Image 34">
                    <a:extLst>
                      <a:ext uri="{FF2B5EF4-FFF2-40B4-BE49-F238E27FC236}">
                        <a16:creationId xmlns:a16="http://schemas.microsoft.com/office/drawing/2014/main" xmlns="" id="{931FF68B-ADB1-4E1F-B762-32912883653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18951" b="58714" l="51119" r="69286"/>
                            </a14:imgEffect>
                          </a14:imgLayer>
                        </a14:imgProps>
                      </a:ext>
                    </a:extLst>
                  </a:blip>
                  <a:srcRect l="58937" t="39509" r="31412" b="47584"/>
                  <a:stretch/>
                </p:blipFill>
                <p:spPr>
                  <a:xfrm>
                    <a:off x="713644" y="3768726"/>
                    <a:ext cx="65566" cy="58456"/>
                  </a:xfrm>
                  <a:prstGeom prst="rect">
                    <a:avLst/>
                  </a:prstGeom>
                </p:spPr>
              </p:pic>
              <p:pic>
                <p:nvPicPr>
                  <p:cNvPr id="36" name="Image 35">
                    <a:extLst>
                      <a:ext uri="{FF2B5EF4-FFF2-40B4-BE49-F238E27FC236}">
                        <a16:creationId xmlns:a16="http://schemas.microsoft.com/office/drawing/2014/main" xmlns="" id="{8D8BBF5B-FD53-4766-ABF4-14BED958123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18951" b="58714" l="51119" r="69286"/>
                            </a14:imgEffect>
                          </a14:imgLayer>
                        </a14:imgProps>
                      </a:ext>
                    </a:extLst>
                  </a:blip>
                  <a:srcRect l="58937" t="39509" r="31412" b="47584"/>
                  <a:stretch/>
                </p:blipFill>
                <p:spPr>
                  <a:xfrm>
                    <a:off x="694238" y="3730204"/>
                    <a:ext cx="65566" cy="58456"/>
                  </a:xfrm>
                  <a:prstGeom prst="rect">
                    <a:avLst/>
                  </a:prstGeom>
                </p:spPr>
              </p:pic>
              <p:pic>
                <p:nvPicPr>
                  <p:cNvPr id="37" name="Image 36">
                    <a:extLst>
                      <a:ext uri="{FF2B5EF4-FFF2-40B4-BE49-F238E27FC236}">
                        <a16:creationId xmlns:a16="http://schemas.microsoft.com/office/drawing/2014/main" xmlns="" id="{06D53D96-FC6D-4B4A-BA04-2744578EA39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18951" b="58714" l="51119" r="69286"/>
                            </a14:imgEffect>
                          </a14:imgLayer>
                        </a14:imgProps>
                      </a:ext>
                    </a:extLst>
                  </a:blip>
                  <a:srcRect l="58937" t="39509" r="31412" b="47584"/>
                  <a:stretch/>
                </p:blipFill>
                <p:spPr>
                  <a:xfrm>
                    <a:off x="672575" y="3641202"/>
                    <a:ext cx="87229" cy="77770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40" name="Image 39">
                  <a:extLst>
                    <a:ext uri="{FF2B5EF4-FFF2-40B4-BE49-F238E27FC236}">
                      <a16:creationId xmlns:a16="http://schemas.microsoft.com/office/drawing/2014/main" xmlns="" id="{7FB30E82-5336-4C51-9FCA-54F9616A7E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8951" b="58714" l="51119" r="69286"/>
                          </a14:imgEffect>
                        </a14:imgLayer>
                      </a14:imgProps>
                    </a:ext>
                  </a:extLst>
                </a:blip>
                <a:srcRect l="58937" t="39509" r="31412" b="47584"/>
                <a:stretch/>
              </p:blipFill>
              <p:spPr>
                <a:xfrm>
                  <a:off x="626835" y="3688996"/>
                  <a:ext cx="87229" cy="77770"/>
                </a:xfrm>
                <a:prstGeom prst="rect">
                  <a:avLst/>
                </a:prstGeom>
              </p:spPr>
            </p:pic>
          </p:grpSp>
          <p:pic>
            <p:nvPicPr>
              <p:cNvPr id="42" name="Image 41">
                <a:extLst>
                  <a:ext uri="{FF2B5EF4-FFF2-40B4-BE49-F238E27FC236}">
                    <a16:creationId xmlns:a16="http://schemas.microsoft.com/office/drawing/2014/main" xmlns="" id="{FC0C1ACB-F823-4352-839A-33A8680EB05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8951" b="58714" l="51119" r="69286"/>
                        </a14:imgEffect>
                      </a14:imgLayer>
                    </a14:imgProps>
                  </a:ext>
                </a:extLst>
              </a:blip>
              <a:srcRect l="58937" t="39509" r="31412" b="47584"/>
              <a:stretch/>
            </p:blipFill>
            <p:spPr>
              <a:xfrm>
                <a:off x="438377" y="3579191"/>
                <a:ext cx="123739" cy="110321"/>
              </a:xfrm>
              <a:prstGeom prst="rect">
                <a:avLst/>
              </a:prstGeom>
            </p:spPr>
          </p:pic>
        </p:grpSp>
        <p:pic>
          <p:nvPicPr>
            <p:cNvPr id="44" name="Image 43">
              <a:extLst>
                <a:ext uri="{FF2B5EF4-FFF2-40B4-BE49-F238E27FC236}">
                  <a16:creationId xmlns:a16="http://schemas.microsoft.com/office/drawing/2014/main" xmlns="" id="{62834774-4263-43BF-8499-4A034C4191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8951" b="58714" l="51119" r="69286"/>
                      </a14:imgEffect>
                    </a14:imgLayer>
                  </a14:imgProps>
                </a:ext>
              </a:extLst>
            </a:blip>
            <a:srcRect l="58937" t="39509" r="31412" b="47584"/>
            <a:stretch/>
          </p:blipFill>
          <p:spPr>
            <a:xfrm>
              <a:off x="551041" y="3793130"/>
              <a:ext cx="65566" cy="58456"/>
            </a:xfrm>
            <a:prstGeom prst="rect">
              <a:avLst/>
            </a:prstGeom>
          </p:spPr>
        </p:pic>
        <p:pic>
          <p:nvPicPr>
            <p:cNvPr id="45" name="Image 44">
              <a:extLst>
                <a:ext uri="{FF2B5EF4-FFF2-40B4-BE49-F238E27FC236}">
                  <a16:creationId xmlns:a16="http://schemas.microsoft.com/office/drawing/2014/main" xmlns="" id="{662412CB-6838-4A78-9F1F-BA4767F6B7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8951" b="58714" l="51119" r="69286"/>
                      </a14:imgEffect>
                    </a14:imgLayer>
                  </a14:imgProps>
                </a:ext>
              </a:extLst>
            </a:blip>
            <a:srcRect l="58937" t="39509" r="31412" b="47584"/>
            <a:stretch/>
          </p:blipFill>
          <p:spPr>
            <a:xfrm>
              <a:off x="500458" y="3730804"/>
              <a:ext cx="87229" cy="77770"/>
            </a:xfrm>
            <a:prstGeom prst="rect">
              <a:avLst/>
            </a:prstGeom>
          </p:spPr>
        </p:pic>
      </p:grpSp>
      <p:grpSp>
        <p:nvGrpSpPr>
          <p:cNvPr id="87" name="Groupe 86">
            <a:extLst>
              <a:ext uri="{FF2B5EF4-FFF2-40B4-BE49-F238E27FC236}">
                <a16:creationId xmlns:a16="http://schemas.microsoft.com/office/drawing/2014/main" xmlns="" id="{85260650-B023-4F52-B58F-AD5347759647}"/>
              </a:ext>
            </a:extLst>
          </p:cNvPr>
          <p:cNvGrpSpPr/>
          <p:nvPr/>
        </p:nvGrpSpPr>
        <p:grpSpPr>
          <a:xfrm>
            <a:off x="2862435" y="2115348"/>
            <a:ext cx="1145976" cy="2387213"/>
            <a:chOff x="2297357" y="2069419"/>
            <a:chExt cx="1145976" cy="2387213"/>
          </a:xfrm>
        </p:grpSpPr>
        <p:grpSp>
          <p:nvGrpSpPr>
            <p:cNvPr id="86" name="Groupe 85">
              <a:extLst>
                <a:ext uri="{FF2B5EF4-FFF2-40B4-BE49-F238E27FC236}">
                  <a16:creationId xmlns:a16="http://schemas.microsoft.com/office/drawing/2014/main" xmlns="" id="{3787E964-1C4C-4173-BBB4-E5810D7FF24A}"/>
                </a:ext>
              </a:extLst>
            </p:cNvPr>
            <p:cNvGrpSpPr/>
            <p:nvPr/>
          </p:nvGrpSpPr>
          <p:grpSpPr>
            <a:xfrm>
              <a:off x="2303543" y="2069419"/>
              <a:ext cx="1139790" cy="2387213"/>
              <a:chOff x="2379743" y="2060874"/>
              <a:chExt cx="1139790" cy="2387213"/>
            </a:xfrm>
          </p:grpSpPr>
          <p:grpSp>
            <p:nvGrpSpPr>
              <p:cNvPr id="80" name="Groupe 79">
                <a:extLst>
                  <a:ext uri="{FF2B5EF4-FFF2-40B4-BE49-F238E27FC236}">
                    <a16:creationId xmlns:a16="http://schemas.microsoft.com/office/drawing/2014/main" xmlns="" id="{F1998454-9CFF-45B8-B2A7-D22C205F336A}"/>
                  </a:ext>
                </a:extLst>
              </p:cNvPr>
              <p:cNvGrpSpPr/>
              <p:nvPr/>
            </p:nvGrpSpPr>
            <p:grpSpPr>
              <a:xfrm>
                <a:off x="2379743" y="2060874"/>
                <a:ext cx="1139790" cy="2387213"/>
                <a:chOff x="2279388" y="2069419"/>
                <a:chExt cx="1139790" cy="2387213"/>
              </a:xfrm>
            </p:grpSpPr>
            <p:sp>
              <p:nvSpPr>
                <p:cNvPr id="74" name="Parallélogramme 73">
                  <a:extLst>
                    <a:ext uri="{FF2B5EF4-FFF2-40B4-BE49-F238E27FC236}">
                      <a16:creationId xmlns:a16="http://schemas.microsoft.com/office/drawing/2014/main" xmlns="" id="{7BB874F7-101F-407E-999D-2987BCBD1BBC}"/>
                    </a:ext>
                  </a:extLst>
                </p:cNvPr>
                <p:cNvSpPr/>
                <p:nvPr/>
              </p:nvSpPr>
              <p:spPr>
                <a:xfrm rot="10639416">
                  <a:off x="3314777" y="3571094"/>
                  <a:ext cx="104401" cy="644626"/>
                </a:xfrm>
                <a:prstGeom prst="parallelogram">
                  <a:avLst/>
                </a:prstGeom>
                <a:solidFill>
                  <a:srgbClr val="EE084F">
                    <a:alpha val="65098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grpSp>
              <p:nvGrpSpPr>
                <p:cNvPr id="79" name="Groupe 78">
                  <a:extLst>
                    <a:ext uri="{FF2B5EF4-FFF2-40B4-BE49-F238E27FC236}">
                      <a16:creationId xmlns:a16="http://schemas.microsoft.com/office/drawing/2014/main" xmlns="" id="{5F3252EF-6D63-43B7-9588-8E1ED8D82F1B}"/>
                    </a:ext>
                  </a:extLst>
                </p:cNvPr>
                <p:cNvGrpSpPr/>
                <p:nvPr/>
              </p:nvGrpSpPr>
              <p:grpSpPr>
                <a:xfrm>
                  <a:off x="2279388" y="2069419"/>
                  <a:ext cx="1131857" cy="2387213"/>
                  <a:chOff x="2279388" y="2069419"/>
                  <a:chExt cx="1131857" cy="2387213"/>
                </a:xfrm>
              </p:grpSpPr>
              <p:grpSp>
                <p:nvGrpSpPr>
                  <p:cNvPr id="47" name="Groupe 46">
                    <a:extLst>
                      <a:ext uri="{FF2B5EF4-FFF2-40B4-BE49-F238E27FC236}">
                        <a16:creationId xmlns:a16="http://schemas.microsoft.com/office/drawing/2014/main" xmlns="" id="{5D96C23C-F5D5-4D4A-99E2-68A6E8D63452}"/>
                      </a:ext>
                    </a:extLst>
                  </p:cNvPr>
                  <p:cNvGrpSpPr/>
                  <p:nvPr/>
                </p:nvGrpSpPr>
                <p:grpSpPr>
                  <a:xfrm>
                    <a:off x="2279388" y="2069419"/>
                    <a:ext cx="1131857" cy="2387213"/>
                    <a:chOff x="178385" y="2088837"/>
                    <a:chExt cx="1010758" cy="2231951"/>
                  </a:xfrm>
                </p:grpSpPr>
                <p:grpSp>
                  <p:nvGrpSpPr>
                    <p:cNvPr id="48" name="Groupe 47">
                      <a:extLst>
                        <a:ext uri="{FF2B5EF4-FFF2-40B4-BE49-F238E27FC236}">
                          <a16:creationId xmlns:a16="http://schemas.microsoft.com/office/drawing/2014/main" xmlns="" id="{5E179BDC-F496-4C99-A3B9-1DF9BDFBA0E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8385" y="2088837"/>
                      <a:ext cx="1010758" cy="2231951"/>
                      <a:chOff x="178385" y="2088837"/>
                      <a:chExt cx="1010758" cy="2231951"/>
                    </a:xfrm>
                  </p:grpSpPr>
                  <p:grpSp>
                    <p:nvGrpSpPr>
                      <p:cNvPr id="51" name="Groupe 50">
                        <a:extLst>
                          <a:ext uri="{FF2B5EF4-FFF2-40B4-BE49-F238E27FC236}">
                            <a16:creationId xmlns:a16="http://schemas.microsoft.com/office/drawing/2014/main" xmlns="" id="{42919D65-B9D8-4C25-8CD2-A0698F05843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8385" y="2088837"/>
                        <a:ext cx="1010758" cy="2231951"/>
                        <a:chOff x="312257" y="2110268"/>
                        <a:chExt cx="1010758" cy="2231951"/>
                      </a:xfrm>
                    </p:grpSpPr>
                    <p:grpSp>
                      <p:nvGrpSpPr>
                        <p:cNvPr id="53" name="Groupe 52">
                          <a:extLst>
                            <a:ext uri="{FF2B5EF4-FFF2-40B4-BE49-F238E27FC236}">
                              <a16:creationId xmlns:a16="http://schemas.microsoft.com/office/drawing/2014/main" xmlns="" id="{DCAD6CAC-936C-4E98-994C-D20B7F1FA7E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12257" y="2110268"/>
                          <a:ext cx="1010758" cy="2231951"/>
                          <a:chOff x="331307" y="2110268"/>
                          <a:chExt cx="1010758" cy="2231951"/>
                        </a:xfrm>
                      </p:grpSpPr>
                      <p:grpSp>
                        <p:nvGrpSpPr>
                          <p:cNvPr id="55" name="Groupe 54">
                            <a:extLst>
                              <a:ext uri="{FF2B5EF4-FFF2-40B4-BE49-F238E27FC236}">
                                <a16:creationId xmlns:a16="http://schemas.microsoft.com/office/drawing/2014/main" xmlns="" id="{434A3E09-FF6A-4DDF-924B-256C341A75F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331307" y="2110268"/>
                            <a:ext cx="1010758" cy="2231951"/>
                            <a:chOff x="331307" y="2110268"/>
                            <a:chExt cx="1010758" cy="2231951"/>
                          </a:xfrm>
                        </p:grpSpPr>
                        <p:grpSp>
                          <p:nvGrpSpPr>
                            <p:cNvPr id="59" name="Groupe 58">
                              <a:extLst>
                                <a:ext uri="{FF2B5EF4-FFF2-40B4-BE49-F238E27FC236}">
                                  <a16:creationId xmlns:a16="http://schemas.microsoft.com/office/drawing/2014/main" xmlns="" id="{91534F69-6D12-461D-9E2B-22D19AC2F878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331307" y="2110268"/>
                              <a:ext cx="1010758" cy="2231951"/>
                              <a:chOff x="925032" y="2065818"/>
                              <a:chExt cx="1010758" cy="2231951"/>
                            </a:xfrm>
                          </p:grpSpPr>
                          <p:grpSp>
                            <p:nvGrpSpPr>
                              <p:cNvPr id="61" name="Groupe 60">
                                <a:extLst>
                                  <a:ext uri="{FF2B5EF4-FFF2-40B4-BE49-F238E27FC236}">
                                    <a16:creationId xmlns:a16="http://schemas.microsoft.com/office/drawing/2014/main" xmlns="" id="{F733CEAF-6342-478E-96A4-9E37B21F94C6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925032" y="2065818"/>
                                <a:ext cx="1010758" cy="2231951"/>
                                <a:chOff x="903767" y="2076450"/>
                                <a:chExt cx="1010758" cy="2231951"/>
                              </a:xfrm>
                            </p:grpSpPr>
                            <p:grpSp>
                              <p:nvGrpSpPr>
                                <p:cNvPr id="63" name="Groupe 62">
                                  <a:extLst>
                                    <a:ext uri="{FF2B5EF4-FFF2-40B4-BE49-F238E27FC236}">
                                      <a16:creationId xmlns:a16="http://schemas.microsoft.com/office/drawing/2014/main" xmlns="" id="{76269BCC-A96B-43B4-9438-BC51A2C7A9B1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903767" y="2076450"/>
                                  <a:ext cx="1010758" cy="2231951"/>
                                  <a:chOff x="903767" y="2076450"/>
                                  <a:chExt cx="1010758" cy="2231951"/>
                                </a:xfrm>
                              </p:grpSpPr>
                              <p:grpSp>
                                <p:nvGrpSpPr>
                                  <p:cNvPr id="65" name="Groupe 64">
                                    <a:extLst>
                                      <a:ext uri="{FF2B5EF4-FFF2-40B4-BE49-F238E27FC236}">
                                        <a16:creationId xmlns:a16="http://schemas.microsoft.com/office/drawing/2014/main" xmlns="" id="{3CDBDB91-58BD-4170-9E66-3AFEB8DFDF74}"/>
                                      </a:ext>
                                    </a:extLst>
                                  </p:cNvPr>
                                  <p:cNvGrpSpPr/>
                                  <p:nvPr/>
                                </p:nvGrpSpPr>
                                <p:grpSpPr>
                                  <a:xfrm>
                                    <a:off x="903767" y="2076450"/>
                                    <a:ext cx="1010758" cy="2231951"/>
                                    <a:chOff x="1360967" y="2126512"/>
                                    <a:chExt cx="786514" cy="2200939"/>
                                  </a:xfrm>
                                </p:grpSpPr>
                                <p:grpSp>
                                  <p:nvGrpSpPr>
                                    <p:cNvPr id="67" name="Groupe 66">
                                      <a:extLst>
                                        <a:ext uri="{FF2B5EF4-FFF2-40B4-BE49-F238E27FC236}">
                                          <a16:creationId xmlns:a16="http://schemas.microsoft.com/office/drawing/2014/main" xmlns="" id="{F1DF474B-0B2C-47B9-BF81-88B68C99FB86}"/>
                                        </a:ext>
                                      </a:extLst>
                                    </p:cNvPr>
                                    <p:cNvGrpSpPr/>
                                    <p:nvPr/>
                                  </p:nvGrpSpPr>
                                  <p:grpSpPr>
                                    <a:xfrm>
                                      <a:off x="1360967" y="2126512"/>
                                      <a:ext cx="786514" cy="2200939"/>
                                      <a:chOff x="1360967" y="2126512"/>
                                      <a:chExt cx="786514" cy="2200939"/>
                                    </a:xfrm>
                                  </p:grpSpPr>
                                  <p:grpSp>
                                    <p:nvGrpSpPr>
                                      <p:cNvPr id="69" name="Groupe 68">
                                        <a:extLst>
                                          <a:ext uri="{FF2B5EF4-FFF2-40B4-BE49-F238E27FC236}">
                                            <a16:creationId xmlns:a16="http://schemas.microsoft.com/office/drawing/2014/main" xmlns="" id="{2680610E-F332-4892-9A41-DBF5E723A5B0}"/>
                                          </a:ext>
                                        </a:extLst>
                                      </p:cNvPr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1360967" y="2126512"/>
                                        <a:ext cx="778983" cy="2200939"/>
                                        <a:chOff x="1360967" y="2126512"/>
                                        <a:chExt cx="778983" cy="2200939"/>
                                      </a:xfrm>
                                    </p:grpSpPr>
                                    <p:sp>
                                      <p:nvSpPr>
                                        <p:cNvPr id="72" name="Rectangle 71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xmlns="" id="{C00C3E2C-964C-4386-A73E-AD281B0AA5E0}"/>
                                            </a:ext>
                                          </a:extLst>
                                        </p:cNvPr>
                                        <p:cNvSpPr/>
                                        <p:nvPr/>
                                      </p:nvSpPr>
                                      <p:spPr>
                                        <a:xfrm>
                                          <a:off x="1360967" y="2339163"/>
                                          <a:ext cx="723014" cy="1988288"/>
                                        </a:xfrm>
                                        <a:prstGeom prst="rect">
                                          <a:avLst/>
                                        </a:prstGeom>
                                        <a:solidFill>
                                          <a:schemeClr val="bg1"/>
                                        </a:solidFill>
                                        <a:ln>
                                          <a:solidFill>
                                            <a:schemeClr val="tx1"/>
                                          </a:solidFill>
                                        </a:ln>
                                      </p:spPr>
                                      <p:style>
                                        <a:lnRef idx="2">
                                          <a:schemeClr val="accent1">
                                            <a:shade val="50000"/>
                                          </a:schemeClr>
                                        </a:lnRef>
                                        <a:fillRef idx="1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lt1"/>
                                        </a:fontRef>
                                      </p:style>
                                      <p:txBody>
                                        <a:bodyPr rtlCol="0" anchor="ctr"/>
                                        <a:lstStyle/>
                                        <a:p>
                                          <a:pPr algn="ctr"/>
                                          <a:endParaRPr lang="fr-FR" dirty="0"/>
                                        </a:p>
                                      </p:txBody>
                                    </p:sp>
                                    <p:sp>
                                      <p:nvSpPr>
                                        <p:cNvPr id="73" name="Parallélogramme 72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xmlns="" id="{550C50E8-C2CD-4440-8FAA-BD0EFBC57562}"/>
                                            </a:ext>
                                          </a:extLst>
                                        </p:cNvPr>
                                        <p:cNvSpPr/>
                                        <p:nvPr/>
                                      </p:nvSpPr>
                                      <p:spPr>
                                        <a:xfrm>
                                          <a:off x="1360967" y="2126512"/>
                                          <a:ext cx="778983" cy="212651"/>
                                        </a:xfrm>
                                        <a:prstGeom prst="parallelogram">
                                          <a:avLst/>
                                        </a:prstGeom>
                                        <a:noFill/>
                                        <a:ln>
                                          <a:solidFill>
                                            <a:schemeClr val="tx1"/>
                                          </a:solidFill>
                                        </a:ln>
                                      </p:spPr>
                                      <p:style>
                                        <a:lnRef idx="2">
                                          <a:schemeClr val="accent1">
                                            <a:shade val="50000"/>
                                          </a:schemeClr>
                                        </a:lnRef>
                                        <a:fillRef idx="1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lt1"/>
                                        </a:fontRef>
                                      </p:style>
                                      <p:txBody>
                                        <a:bodyPr rtlCol="0" anchor="ctr"/>
                                        <a:lstStyle/>
                                        <a:p>
                                          <a:pPr algn="ctr"/>
                                          <a:endParaRPr lang="fr-FR"/>
                                        </a:p>
                                      </p:txBody>
                                    </p:sp>
                                  </p:grpSp>
                                  <p:cxnSp>
                                    <p:nvCxnSpPr>
                                      <p:cNvPr id="70" name="Connecteur droit 69">
                                        <a:extLst>
                                          <a:ext uri="{FF2B5EF4-FFF2-40B4-BE49-F238E27FC236}">
                                            <a16:creationId xmlns:a16="http://schemas.microsoft.com/office/drawing/2014/main" xmlns="" id="{9A0BC75C-C9BB-45A3-A446-6C03619E9623}"/>
                                          </a:ext>
                                        </a:extLst>
                                      </p:cNvPr>
                                      <p:cNvCxnSpPr>
                                        <a:cxnSpLocks/>
                                      </p:cNvCxnSpPr>
                                      <p:nvPr/>
                                    </p:nvCxnSpPr>
                                    <p:spPr>
                                      <a:xfrm>
                                        <a:off x="2147481" y="2126512"/>
                                        <a:ext cx="0" cy="2000988"/>
                                      </a:xfrm>
                                      <a:prstGeom prst="line">
                                        <a:avLst/>
                                      </a:prstGeom>
                                    </p:spPr>
                                    <p:style>
                                      <a:lnRef idx="1">
                                        <a:schemeClr val="dk1"/>
                                      </a:lnRef>
                                      <a:fillRef idx="0">
                                        <a:schemeClr val="dk1"/>
                                      </a:fillRef>
                                      <a:effectRef idx="0">
                                        <a:schemeClr val="dk1"/>
                                      </a:effectRef>
                                      <a:fontRef idx="minor">
                                        <a:schemeClr val="tx1"/>
                                      </a:fontRef>
                                    </p:style>
                                  </p:cxnSp>
                                  <p:sp>
                                    <p:nvSpPr>
                                      <p:cNvPr id="71" name="Parallélogramme 70">
                                        <a:extLst>
                                          <a:ext uri="{FF2B5EF4-FFF2-40B4-BE49-F238E27FC236}">
                                            <a16:creationId xmlns:a16="http://schemas.microsoft.com/office/drawing/2014/main" xmlns="" id="{A1379D8C-E42D-4A86-9169-E19C13884429}"/>
                                          </a:ext>
                                        </a:extLst>
                                      </p:cNvPr>
                                      <p:cNvSpPr/>
                                      <p:nvPr/>
                                    </p:nvSpPr>
                                    <p:spPr>
                                      <a:xfrm>
                                        <a:off x="1360967" y="4114800"/>
                                        <a:ext cx="778983" cy="212651"/>
                                      </a:xfrm>
                                      <a:prstGeom prst="parallelogram">
                                        <a:avLst/>
                                      </a:prstGeom>
                                      <a:solidFill>
                                        <a:srgbClr val="EE084F">
                                          <a:alpha val="65098"/>
                                        </a:srgbClr>
                                      </a:solidFill>
                                      <a:ln>
                                        <a:solidFill>
                                          <a:schemeClr val="tx1"/>
                                        </a:solidFill>
                                      </a:ln>
                                    </p:spPr>
                                    <p:style>
                                      <a:lnRef idx="2">
                                        <a:schemeClr val="accent1">
                                          <a:shade val="50000"/>
                                        </a:schemeClr>
                                      </a:lnRef>
                                      <a:fillRef idx="1">
                                        <a:schemeClr val="accent1"/>
                                      </a:fillRef>
                                      <a:effectRef idx="0">
                                        <a:schemeClr val="accent1"/>
                                      </a:effectRef>
                                      <a:fontRef idx="minor">
                                        <a:schemeClr val="lt1"/>
                                      </a:fontRef>
                                    </p:style>
                                    <p:txBody>
                                      <a:bodyPr rtlCol="0" anchor="ctr"/>
                                      <a:lstStyle/>
                                      <a:p>
                                        <a:pPr algn="ctr"/>
                                        <a:endParaRPr lang="fr-FR"/>
                                      </a:p>
                                    </p:txBody>
                                  </p:sp>
                                </p:grpSp>
                                <p:cxnSp>
                                  <p:nvCxnSpPr>
                                    <p:cNvPr id="68" name="Connecteur droit 67">
                                      <a:extLst>
                                        <a:ext uri="{FF2B5EF4-FFF2-40B4-BE49-F238E27FC236}">
                                          <a16:creationId xmlns:a16="http://schemas.microsoft.com/office/drawing/2014/main" xmlns="" id="{0F93BE8E-CC5C-4066-BB1C-5605C3497802}"/>
                                        </a:ext>
                                      </a:extLst>
                                    </p:cNvPr>
                                    <p:cNvCxnSpPr>
                                      <a:cxnSpLocks/>
                                    </p:cNvCxnSpPr>
                                    <p:nvPr/>
                                  </p:nvCxnSpPr>
                                  <p:spPr>
                                    <a:xfrm>
                                      <a:off x="1417231" y="2134390"/>
                                      <a:ext cx="0" cy="2000988"/>
                                    </a:xfrm>
                                    <a:prstGeom prst="line">
                                      <a:avLst/>
                                    </a:prstGeom>
                                  </p:spPr>
                                  <p:style>
                                    <a:lnRef idx="1">
                                      <a:schemeClr val="dk1"/>
                                    </a:lnRef>
                                    <a:fillRef idx="0">
                                      <a:schemeClr val="dk1"/>
                                    </a:fillRef>
                                    <a:effectRef idx="0">
                                      <a:schemeClr val="dk1"/>
                                    </a:effectRef>
                                    <a:fontRef idx="minor">
                                      <a:schemeClr val="tx1"/>
                                    </a:fontRef>
                                  </p:style>
                                </p:cxnSp>
                              </p:grpSp>
                              <p:sp>
                                <p:nvSpPr>
                                  <p:cNvPr id="66" name="Rectangle 65">
                                    <a:extLst>
                                      <a:ext uri="{FF2B5EF4-FFF2-40B4-BE49-F238E27FC236}">
                                        <a16:creationId xmlns:a16="http://schemas.microsoft.com/office/drawing/2014/main" xmlns="" id="{68D82D82-4866-49D1-907A-F717FA846ECC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985372" y="3472413"/>
                                    <a:ext cx="847548" cy="647791"/>
                                  </a:xfrm>
                                  <a:prstGeom prst="rect">
                                    <a:avLst/>
                                  </a:prstGeom>
                                  <a:solidFill>
                                    <a:srgbClr val="EE084F">
                                      <a:alpha val="65098"/>
                                    </a:srgbClr>
                                  </a:solidFill>
                                  <a:ln>
                                    <a:noFill/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50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fr-FR"/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64" name="Parallélogramme 63">
                                  <a:extLst>
                                    <a:ext uri="{FF2B5EF4-FFF2-40B4-BE49-F238E27FC236}">
                                      <a16:creationId xmlns:a16="http://schemas.microsoft.com/office/drawing/2014/main" xmlns="" id="{8954F3AE-3921-4498-9B86-D2C7FC7F5F0D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913445" y="2284108"/>
                                  <a:ext cx="1001080" cy="215647"/>
                                </a:xfrm>
                                <a:prstGeom prst="parallelogram">
                                  <a:avLst/>
                                </a:prstGeom>
                                <a:noFill/>
                                <a:ln>
                                  <a:solidFill>
                                    <a:schemeClr val="tx1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>
                                    <a:shade val="50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fr-FR"/>
                                </a:p>
                              </p:txBody>
                            </p:sp>
                          </p:grpSp>
                          <p:pic>
                            <p:nvPicPr>
                              <p:cNvPr id="62" name="Image 61">
                                <a:extLst>
                                  <a:ext uri="{FF2B5EF4-FFF2-40B4-BE49-F238E27FC236}">
                                    <a16:creationId xmlns:a16="http://schemas.microsoft.com/office/drawing/2014/main" xmlns="" id="{CA6CE210-B7B3-4372-A810-F846FD9E0917}"/>
                                  </a:ext>
                                </a:extLst>
                              </p:cNvPr>
                              <p:cNvPicPr>
                                <a:picLocks noChangeAspect="1"/>
                              </p:cNvPicPr>
                              <p:nvPr/>
                            </p:nvPicPr>
                            <p:blipFill rotWithShape="1">
                              <a:blip r:embed="rId5">
                                <a:duotone>
                                  <a:prstClr val="black"/>
                                  <a:srgbClr val="FF3399">
                                    <a:tint val="45000"/>
                                    <a:satMod val="400000"/>
                                  </a:srgbClr>
                                </a:duotone>
                                <a:extLst>
                                  <a:ext uri="{BEBA8EAE-BF5A-486C-A8C5-ECC9F3942E4B}">
                                    <a14:imgProps xmlns:a14="http://schemas.microsoft.com/office/drawing/2010/main">
                                      <a14:imgLayer r:embed="rId6">
                                        <a14:imgEffect>
                                          <a14:backgroundRemoval t="21113" b="79743" l="785" r="98573">
                                            <a14:foregroundMark x1="10770" y1="21897" x2="3709" y2="28388"/>
                                            <a14:foregroundMark x1="3709" y1="28388" x2="8845" y2="24394"/>
                                            <a14:foregroundMark x1="10342" y1="22753" x2="11555" y2="21113"/>
                                            <a14:foregroundMark x1="785" y1="35521" x2="785" y2="33880"/>
                                            <a14:foregroundMark x1="98573" y1="80171" x2="90300" y2="75820"/>
                                            <a14:foregroundMark x1="90300" y1="75820" x2="87803" y2="71897"/>
                                            <a14:foregroundMark x1="98573" y1="79743" x2="97504" y2="76676"/>
                                          </a14:backgroundRemoval>
                                        </a14:imgEffect>
                                        <a14:imgEffect>
                                          <a14:colorTemperature colorTemp="5300"/>
                                        </a14:imgEffect>
                                      </a14:imgLayer>
                                    </a14:imgProps>
                                  </a:ext>
                                </a:extLst>
                              </a:blip>
                              <a:srcRect l="60907" t="56580" b="18158"/>
                              <a:stretch/>
                            </p:blipFill>
                            <p:spPr>
                              <a:xfrm rot="3560380">
                                <a:off x="1141037" y="3605875"/>
                                <a:ext cx="544118" cy="351612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grpSp>
                        <p:pic>
                          <p:nvPicPr>
                            <p:cNvPr id="60" name="Image 59">
                              <a:extLst>
                                <a:ext uri="{FF2B5EF4-FFF2-40B4-BE49-F238E27FC236}">
                                  <a16:creationId xmlns:a16="http://schemas.microsoft.com/office/drawing/2014/main" xmlns="" id="{62F586E9-D879-409E-A9A2-079ACB61C165}"/>
                                </a:ext>
                              </a:extLst>
                            </p:cNvPr>
                            <p:cNvPicPr>
                              <a:picLocks noChangeAspect="1"/>
                            </p:cNvPicPr>
                            <p:nvPr/>
                          </p:nvPicPr>
                          <p:blipFill rotWithShape="1">
                            <a:blip r:embed="rId3">
                              <a:duotone>
                                <a:prstClr val="black"/>
                                <a:srgbClr val="FF3399">
                                  <a:tint val="45000"/>
                                  <a:satMod val="400000"/>
                                </a:srgbClr>
                              </a:duotone>
                              <a:extLst>
                                <a:ext uri="{BEBA8EAE-BF5A-486C-A8C5-ECC9F3942E4B}">
                                  <a14:imgProps xmlns:a14="http://schemas.microsoft.com/office/drawing/2010/main">
                                    <a14:imgLayer r:embed="rId4">
                                      <a14:imgEffect>
                                        <a14:backgroundRemoval t="18951" b="58714" l="51119" r="69286"/>
                                      </a14:imgEffect>
                                    </a14:imgLayer>
                                  </a14:imgProps>
                                </a:ext>
                              </a:extLst>
                            </a:blip>
                            <a:srcRect l="58937" t="39509" r="31412" b="47584"/>
                            <a:stretch/>
                          </p:blipFill>
                          <p:spPr>
                            <a:xfrm>
                              <a:off x="635125" y="3514219"/>
                              <a:ext cx="123739" cy="110321"/>
                            </a:xfrm>
                            <a:prstGeom prst="rect">
                              <a:avLst/>
                            </a:prstGeom>
                          </p:spPr>
                        </p:pic>
                      </p:grpSp>
                      <p:pic>
                        <p:nvPicPr>
                          <p:cNvPr id="56" name="Image 55">
                            <a:extLst>
                              <a:ext uri="{FF2B5EF4-FFF2-40B4-BE49-F238E27FC236}">
                                <a16:creationId xmlns:a16="http://schemas.microsoft.com/office/drawing/2014/main" xmlns="" id="{93142A49-6B0C-4E87-AEAC-33A52A576C29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 rotWithShape="1">
                          <a:blip r:embed="rId3">
                            <a:duotone>
                              <a:prstClr val="black"/>
                              <a:srgbClr val="FF3399">
                                <a:tint val="45000"/>
                                <a:satMod val="400000"/>
                              </a:srgbClr>
                            </a:duotone>
                            <a:extLst>
                              <a:ext uri="{BEBA8EAE-BF5A-486C-A8C5-ECC9F3942E4B}">
                                <a14:imgProps xmlns:a14="http://schemas.microsoft.com/office/drawing/2010/main">
                                  <a14:imgLayer r:embed="rId4">
                                    <a14:imgEffect>
                                      <a14:backgroundRemoval t="18951" b="58714" l="51119" r="69286"/>
                                    </a14:imgEffect>
                                  </a14:imgLayer>
                                </a14:imgProps>
                              </a:ext>
                            </a:extLst>
                          </a:blip>
                          <a:srcRect l="58937" t="39509" r="31412" b="47584"/>
                          <a:stretch/>
                        </p:blipFill>
                        <p:spPr>
                          <a:xfrm>
                            <a:off x="713644" y="3768726"/>
                            <a:ext cx="65566" cy="58456"/>
                          </a:xfrm>
                          <a:prstGeom prst="rect">
                            <a:avLst/>
                          </a:prstGeom>
                        </p:spPr>
                      </p:pic>
                      <p:pic>
                        <p:nvPicPr>
                          <p:cNvPr id="57" name="Image 56">
                            <a:extLst>
                              <a:ext uri="{FF2B5EF4-FFF2-40B4-BE49-F238E27FC236}">
                                <a16:creationId xmlns:a16="http://schemas.microsoft.com/office/drawing/2014/main" xmlns="" id="{31ADCAB9-4AAE-4D18-945B-1DC1CFB7C810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 rotWithShape="1">
                          <a:blip r:embed="rId3">
                            <a:duotone>
                              <a:prstClr val="black"/>
                              <a:srgbClr val="FF3399">
                                <a:tint val="45000"/>
                                <a:satMod val="400000"/>
                              </a:srgbClr>
                            </a:duotone>
                            <a:extLst>
                              <a:ext uri="{BEBA8EAE-BF5A-486C-A8C5-ECC9F3942E4B}">
                                <a14:imgProps xmlns:a14="http://schemas.microsoft.com/office/drawing/2010/main">
                                  <a14:imgLayer r:embed="rId4">
                                    <a14:imgEffect>
                                      <a14:backgroundRemoval t="18951" b="58714" l="51119" r="69286"/>
                                    </a14:imgEffect>
                                  </a14:imgLayer>
                                </a14:imgProps>
                              </a:ext>
                            </a:extLst>
                          </a:blip>
                          <a:srcRect l="58937" t="39509" r="31412" b="47584"/>
                          <a:stretch/>
                        </p:blipFill>
                        <p:spPr>
                          <a:xfrm>
                            <a:off x="694238" y="3730204"/>
                            <a:ext cx="65566" cy="58456"/>
                          </a:xfrm>
                          <a:prstGeom prst="rect">
                            <a:avLst/>
                          </a:prstGeom>
                        </p:spPr>
                      </p:pic>
                      <p:pic>
                        <p:nvPicPr>
                          <p:cNvPr id="58" name="Image 57">
                            <a:extLst>
                              <a:ext uri="{FF2B5EF4-FFF2-40B4-BE49-F238E27FC236}">
                                <a16:creationId xmlns:a16="http://schemas.microsoft.com/office/drawing/2014/main" xmlns="" id="{A0ADE255-3311-479D-BB09-C29DFDA28AF9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 rotWithShape="1">
                          <a:blip r:embed="rId3">
                            <a:duotone>
                              <a:prstClr val="black"/>
                              <a:srgbClr val="FF3399">
                                <a:tint val="45000"/>
                                <a:satMod val="400000"/>
                              </a:srgbClr>
                            </a:duotone>
                            <a:extLst>
                              <a:ext uri="{BEBA8EAE-BF5A-486C-A8C5-ECC9F3942E4B}">
                                <a14:imgProps xmlns:a14="http://schemas.microsoft.com/office/drawing/2010/main">
                                  <a14:imgLayer r:embed="rId4">
                                    <a14:imgEffect>
                                      <a14:backgroundRemoval t="18951" b="58714" l="51119" r="69286"/>
                                    </a14:imgEffect>
                                  </a14:imgLayer>
                                </a14:imgProps>
                              </a:ext>
                            </a:extLst>
                          </a:blip>
                          <a:srcRect l="58937" t="39509" r="31412" b="47584"/>
                          <a:stretch/>
                        </p:blipFill>
                        <p:spPr>
                          <a:xfrm>
                            <a:off x="672575" y="3641202"/>
                            <a:ext cx="87229" cy="77770"/>
                          </a:xfrm>
                          <a:prstGeom prst="rect">
                            <a:avLst/>
                          </a:prstGeom>
                        </p:spPr>
                      </p:pic>
                    </p:grpSp>
                    <p:pic>
                      <p:nvPicPr>
                        <p:cNvPr id="54" name="Image 53">
                          <a:extLst>
                            <a:ext uri="{FF2B5EF4-FFF2-40B4-BE49-F238E27FC236}">
                              <a16:creationId xmlns:a16="http://schemas.microsoft.com/office/drawing/2014/main" xmlns="" id="{BF8189A2-0D9E-4BAE-90AC-C92344C53BFD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3">
                          <a:duotone>
                            <a:prstClr val="black"/>
                            <a:srgbClr val="FF3399">
                              <a:tint val="45000"/>
                              <a:satMod val="400000"/>
                            </a:srgbClr>
                          </a:duotone>
                          <a:extLst>
                            <a:ext uri="{BEBA8EAE-BF5A-486C-A8C5-ECC9F3942E4B}">
                              <a14:imgProps xmlns:a14="http://schemas.microsoft.com/office/drawing/2010/main">
                                <a14:imgLayer r:embed="rId4">
                                  <a14:imgEffect>
                                    <a14:backgroundRemoval t="18951" b="58714" l="51119" r="69286"/>
                                  </a14:imgEffect>
                                </a14:imgLayer>
                              </a14:imgProps>
                            </a:ext>
                          </a:extLst>
                        </a:blip>
                        <a:srcRect l="58937" t="39509" r="31412" b="47584"/>
                        <a:stretch/>
                      </p:blipFill>
                      <p:spPr>
                        <a:xfrm>
                          <a:off x="626835" y="3688996"/>
                          <a:ext cx="87229" cy="77770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52" name="Image 51">
                        <a:extLst>
                          <a:ext uri="{FF2B5EF4-FFF2-40B4-BE49-F238E27FC236}">
                            <a16:creationId xmlns:a16="http://schemas.microsoft.com/office/drawing/2014/main" xmlns="" id="{A162FDC3-0A5A-43F2-AC5C-3D61479A02D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3">
                        <a:duotone>
                          <a:prstClr val="black"/>
                          <a:srgbClr val="FF3399">
                            <a:tint val="45000"/>
                            <a:satMod val="400000"/>
                          </a:srgbClr>
                        </a:duotone>
                        <a:extLst>
                          <a:ext uri="{BEBA8EAE-BF5A-486C-A8C5-ECC9F3942E4B}">
                            <a14:imgProps xmlns:a14="http://schemas.microsoft.com/office/drawing/2010/main">
                              <a14:imgLayer r:embed="rId4">
                                <a14:imgEffect>
                                  <a14:backgroundRemoval t="18951" b="58714" l="51119" r="69286"/>
                                </a14:imgEffect>
                              </a14:imgLayer>
                            </a14:imgProps>
                          </a:ext>
                        </a:extLst>
                      </a:blip>
                      <a:srcRect l="58937" t="39509" r="31412" b="47584"/>
                      <a:stretch/>
                    </p:blipFill>
                    <p:spPr>
                      <a:xfrm>
                        <a:off x="438377" y="3579191"/>
                        <a:ext cx="123739" cy="110321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49" name="Image 48">
                      <a:extLst>
                        <a:ext uri="{FF2B5EF4-FFF2-40B4-BE49-F238E27FC236}">
                          <a16:creationId xmlns:a16="http://schemas.microsoft.com/office/drawing/2014/main" xmlns="" id="{F249620C-43F2-44F9-ABAF-0D85334DB22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>
                      <a:duotone>
                        <a:prstClr val="black"/>
                        <a:srgbClr val="FF3399">
                          <a:tint val="45000"/>
                          <a:satMod val="400000"/>
                        </a:srgbClr>
                      </a:duotone>
                      <a:extLst>
                        <a:ext uri="{BEBA8EAE-BF5A-486C-A8C5-ECC9F3942E4B}">
                          <a14:imgProps xmlns:a14="http://schemas.microsoft.com/office/drawing/2010/main">
                            <a14:imgLayer r:embed="rId4">
                              <a14:imgEffect>
                                <a14:backgroundRemoval t="18951" b="58714" l="51119" r="69286"/>
                              </a14:imgEffect>
                            </a14:imgLayer>
                          </a14:imgProps>
                        </a:ext>
                      </a:extLst>
                    </a:blip>
                    <a:srcRect l="58937" t="39509" r="31412" b="47584"/>
                    <a:stretch/>
                  </p:blipFill>
                  <p:spPr>
                    <a:xfrm>
                      <a:off x="551041" y="3793130"/>
                      <a:ext cx="65566" cy="5845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50" name="Image 49">
                      <a:extLst>
                        <a:ext uri="{FF2B5EF4-FFF2-40B4-BE49-F238E27FC236}">
                          <a16:creationId xmlns:a16="http://schemas.microsoft.com/office/drawing/2014/main" xmlns="" id="{208EE25C-E643-4012-BA10-9B8F3006651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>
                      <a:duotone>
                        <a:prstClr val="black"/>
                        <a:srgbClr val="FF3399">
                          <a:tint val="45000"/>
                          <a:satMod val="400000"/>
                        </a:srgbClr>
                      </a:duotone>
                      <a:extLst>
                        <a:ext uri="{BEBA8EAE-BF5A-486C-A8C5-ECC9F3942E4B}">
                          <a14:imgProps xmlns:a14="http://schemas.microsoft.com/office/drawing/2010/main">
                            <a14:imgLayer r:embed="rId4">
                              <a14:imgEffect>
                                <a14:backgroundRemoval t="18951" b="58714" l="51119" r="69286"/>
                              </a14:imgEffect>
                            </a14:imgLayer>
                          </a14:imgProps>
                        </a:ext>
                      </a:extLst>
                    </a:blip>
                    <a:srcRect l="58937" t="39509" r="31412" b="47584"/>
                    <a:stretch/>
                  </p:blipFill>
                  <p:spPr>
                    <a:xfrm>
                      <a:off x="500458" y="3730804"/>
                      <a:ext cx="87229" cy="77770"/>
                    </a:xfrm>
                    <a:prstGeom prst="rect">
                      <a:avLst/>
                    </a:prstGeom>
                  </p:spPr>
                </p:pic>
              </p:grpSp>
              <p:sp>
                <p:nvSpPr>
                  <p:cNvPr id="78" name="Forme libre : forme 77">
                    <a:extLst>
                      <a:ext uri="{FF2B5EF4-FFF2-40B4-BE49-F238E27FC236}">
                        <a16:creationId xmlns:a16="http://schemas.microsoft.com/office/drawing/2014/main" xmlns="" id="{34E7EE9C-D12A-45DA-970C-1050A64FECAB}"/>
                      </a:ext>
                    </a:extLst>
                  </p:cNvPr>
                  <p:cNvSpPr/>
                  <p:nvPr/>
                </p:nvSpPr>
                <p:spPr>
                  <a:xfrm>
                    <a:off x="2286000" y="3553945"/>
                    <a:ext cx="84770" cy="837080"/>
                  </a:xfrm>
                  <a:custGeom>
                    <a:avLst/>
                    <a:gdLst>
                      <a:gd name="connsiteX0" fmla="*/ 66675 w 69972"/>
                      <a:gd name="connsiteY0" fmla="*/ 42929 h 873985"/>
                      <a:gd name="connsiteX1" fmla="*/ 0 w 69972"/>
                      <a:gd name="connsiteY1" fmla="*/ 64360 h 873985"/>
                      <a:gd name="connsiteX2" fmla="*/ 2381 w 69972"/>
                      <a:gd name="connsiteY2" fmla="*/ 873985 h 873985"/>
                      <a:gd name="connsiteX3" fmla="*/ 59531 w 69972"/>
                      <a:gd name="connsiteY3" fmla="*/ 693010 h 873985"/>
                      <a:gd name="connsiteX4" fmla="*/ 66675 w 69972"/>
                      <a:gd name="connsiteY4" fmla="*/ 42929 h 8739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9972" h="873985">
                        <a:moveTo>
                          <a:pt x="66675" y="42929"/>
                        </a:moveTo>
                        <a:cubicBezTo>
                          <a:pt x="56753" y="-61846"/>
                          <a:pt x="22225" y="57216"/>
                          <a:pt x="0" y="64360"/>
                        </a:cubicBezTo>
                        <a:cubicBezTo>
                          <a:pt x="794" y="334235"/>
                          <a:pt x="1587" y="604110"/>
                          <a:pt x="2381" y="873985"/>
                        </a:cubicBezTo>
                        <a:lnTo>
                          <a:pt x="59531" y="693010"/>
                        </a:lnTo>
                        <a:cubicBezTo>
                          <a:pt x="61119" y="481873"/>
                          <a:pt x="76597" y="147704"/>
                          <a:pt x="66675" y="42929"/>
                        </a:cubicBezTo>
                        <a:close/>
                      </a:path>
                    </a:pathLst>
                  </a:custGeom>
                  <a:solidFill>
                    <a:srgbClr val="EE084F">
                      <a:alpha val="65098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pic>
            <p:nvPicPr>
              <p:cNvPr id="81" name="Image 80">
                <a:extLst>
                  <a:ext uri="{FF2B5EF4-FFF2-40B4-BE49-F238E27FC236}">
                    <a16:creationId xmlns:a16="http://schemas.microsoft.com/office/drawing/2014/main" xmlns="" id="{6226616A-2880-4BAA-A4C6-A9FBF6AE069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duotone>
                  <a:prstClr val="black"/>
                  <a:schemeClr val="accent6">
                    <a:lumMod val="40000"/>
                    <a:lumOff val="60000"/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21113" b="79743" l="785" r="98573">
                            <a14:foregroundMark x1="10770" y1="21897" x2="3709" y2="28388"/>
                            <a14:foregroundMark x1="3709" y1="28388" x2="8845" y2="24394"/>
                            <a14:foregroundMark x1="10342" y1="22753" x2="11555" y2="21113"/>
                            <a14:foregroundMark x1="785" y1="35521" x2="785" y2="33880"/>
                            <a14:foregroundMark x1="98573" y1="80171" x2="90300" y2="75820"/>
                            <a14:foregroundMark x1="90300" y1="75820" x2="87803" y2="71897"/>
                            <a14:foregroundMark x1="98573" y1="79743" x2="97504" y2="76676"/>
                          </a14:backgroundRemoval>
                        </a14:imgEffect>
                        <a14:imgEffect>
                          <a14:colorTemperature colorTemp="5300"/>
                        </a14:imgEffect>
                      </a14:imgLayer>
                    </a14:imgProps>
                  </a:ext>
                </a:extLst>
              </a:blip>
              <a:srcRect t="18393" r="35003" b="35664"/>
              <a:stretch/>
            </p:blipFill>
            <p:spPr>
              <a:xfrm rot="3560380">
                <a:off x="2458765" y="2713797"/>
                <a:ext cx="967627" cy="716085"/>
              </a:xfrm>
              <a:prstGeom prst="rect">
                <a:avLst/>
              </a:prstGeom>
            </p:spPr>
          </p:pic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xmlns="" id="{7D931F04-A93D-4280-B984-06DB627CE805}"/>
                  </a:ext>
                </a:extLst>
              </p:cNvPr>
              <p:cNvSpPr/>
              <p:nvPr/>
            </p:nvSpPr>
            <p:spPr>
              <a:xfrm>
                <a:off x="2428740" y="2295121"/>
                <a:ext cx="1089046" cy="1276930"/>
              </a:xfrm>
              <a:prstGeom prst="rect">
                <a:avLst/>
              </a:prstGeom>
              <a:solidFill>
                <a:srgbClr val="066E9F">
                  <a:alpha val="56078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4" name="Forme libre : forme 83">
                <a:extLst>
                  <a:ext uri="{FF2B5EF4-FFF2-40B4-BE49-F238E27FC236}">
                    <a16:creationId xmlns:a16="http://schemas.microsoft.com/office/drawing/2014/main" xmlns="" id="{6907F6DE-768D-46AA-99D8-23418862904A}"/>
                  </a:ext>
                </a:extLst>
              </p:cNvPr>
              <p:cNvSpPr/>
              <p:nvPr/>
            </p:nvSpPr>
            <p:spPr>
              <a:xfrm>
                <a:off x="2387600" y="2332845"/>
                <a:ext cx="52588" cy="1378730"/>
              </a:xfrm>
              <a:custGeom>
                <a:avLst/>
                <a:gdLst>
                  <a:gd name="connsiteX0" fmla="*/ 47625 w 52588"/>
                  <a:gd name="connsiteY0" fmla="*/ 54755 h 1378730"/>
                  <a:gd name="connsiteX1" fmla="*/ 3175 w 52588"/>
                  <a:gd name="connsiteY1" fmla="*/ 200805 h 1378730"/>
                  <a:gd name="connsiteX2" fmla="*/ 0 w 52588"/>
                  <a:gd name="connsiteY2" fmla="*/ 1378730 h 1378730"/>
                  <a:gd name="connsiteX3" fmla="*/ 50800 w 52588"/>
                  <a:gd name="connsiteY3" fmla="*/ 1204105 h 1378730"/>
                  <a:gd name="connsiteX4" fmla="*/ 47625 w 52588"/>
                  <a:gd name="connsiteY4" fmla="*/ 54755 h 13787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588" h="1378730">
                    <a:moveTo>
                      <a:pt x="47625" y="54755"/>
                    </a:moveTo>
                    <a:cubicBezTo>
                      <a:pt x="39688" y="-112462"/>
                      <a:pt x="17992" y="152122"/>
                      <a:pt x="3175" y="200805"/>
                    </a:cubicBezTo>
                    <a:cubicBezTo>
                      <a:pt x="2117" y="593447"/>
                      <a:pt x="1058" y="986088"/>
                      <a:pt x="0" y="1378730"/>
                    </a:cubicBezTo>
                    <a:lnTo>
                      <a:pt x="50800" y="1204105"/>
                    </a:lnTo>
                    <a:cubicBezTo>
                      <a:pt x="51858" y="816755"/>
                      <a:pt x="55562" y="221972"/>
                      <a:pt x="47625" y="54755"/>
                    </a:cubicBezTo>
                    <a:close/>
                  </a:path>
                </a:pathLst>
              </a:custGeom>
              <a:solidFill>
                <a:srgbClr val="066E9F">
                  <a:alpha val="6117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82" name="Parallélogramme 81">
              <a:extLst>
                <a:ext uri="{FF2B5EF4-FFF2-40B4-BE49-F238E27FC236}">
                  <a16:creationId xmlns:a16="http://schemas.microsoft.com/office/drawing/2014/main" xmlns="" id="{31606143-AF4B-4737-BB4F-6266614E3A20}"/>
                </a:ext>
              </a:extLst>
            </p:cNvPr>
            <p:cNvSpPr/>
            <p:nvPr/>
          </p:nvSpPr>
          <p:spPr>
            <a:xfrm>
              <a:off x="2297357" y="3561926"/>
              <a:ext cx="1121019" cy="230648"/>
            </a:xfrm>
            <a:prstGeom prst="parallelogram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88" name="Arc 87">
            <a:extLst>
              <a:ext uri="{FF2B5EF4-FFF2-40B4-BE49-F238E27FC236}">
                <a16:creationId xmlns:a16="http://schemas.microsoft.com/office/drawing/2014/main" xmlns="" id="{16FECC78-702C-4144-9139-83FC10334721}"/>
              </a:ext>
            </a:extLst>
          </p:cNvPr>
          <p:cNvSpPr/>
          <p:nvPr/>
        </p:nvSpPr>
        <p:spPr>
          <a:xfrm>
            <a:off x="1081740" y="1672885"/>
            <a:ext cx="2230005" cy="730054"/>
          </a:xfrm>
          <a:prstGeom prst="arc">
            <a:avLst>
              <a:gd name="adj1" fmla="val 10933759"/>
              <a:gd name="adj2" fmla="val 21466546"/>
            </a:avLst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9" name="ZoneTexte 88">
            <a:extLst>
              <a:ext uri="{FF2B5EF4-FFF2-40B4-BE49-F238E27FC236}">
                <a16:creationId xmlns:a16="http://schemas.microsoft.com/office/drawing/2014/main" xmlns="" id="{D10D90B9-74FA-49E3-AB1D-0773FD3D022C}"/>
              </a:ext>
            </a:extLst>
          </p:cNvPr>
          <p:cNvSpPr txBox="1"/>
          <p:nvPr/>
        </p:nvSpPr>
        <p:spPr>
          <a:xfrm>
            <a:off x="1269915" y="1032650"/>
            <a:ext cx="23405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+ phénolphtaléine</a:t>
            </a:r>
          </a:p>
          <a:p>
            <a:r>
              <a:rPr lang="fr-FR" dirty="0"/>
              <a:t>+ hexacyanoferrate(III)</a:t>
            </a:r>
          </a:p>
        </p:txBody>
      </p:sp>
    </p:spTree>
    <p:extLst>
      <p:ext uri="{BB962C8B-B14F-4D97-AF65-F5344CB8AC3E}">
        <p14:creationId xmlns:p14="http://schemas.microsoft.com/office/powerpoint/2010/main" val="1027655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1E2D4AD8-FB0E-4B25-96FA-A6D050151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5EF5FE14-B32E-432E-BBAB-91D1C7773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Cinétique du fer dans l’eau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xmlns="" id="{8CD4F175-C7F3-4D02-8F85-4CB3B77FF44A}"/>
              </a:ext>
            </a:extLst>
          </p:cNvPr>
          <p:cNvSpPr txBox="1"/>
          <p:nvPr/>
        </p:nvSpPr>
        <p:spPr>
          <a:xfrm>
            <a:off x="675049" y="948817"/>
            <a:ext cx="2217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/>
              <a:t> Oxydation du fer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xmlns="" id="{6ABEA3A2-6F1F-4FC6-ADAA-E170EC01FD1A}"/>
                  </a:ext>
                </a:extLst>
              </p:cNvPr>
              <p:cNvSpPr txBox="1"/>
              <p:nvPr/>
            </p:nvSpPr>
            <p:spPr>
              <a:xfrm>
                <a:off x="1435394" y="1354297"/>
                <a:ext cx="7634177" cy="8015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dirty="0"/>
                  <a:t> </a:t>
                </a:r>
                <a:r>
                  <a:rPr lang="fr-FR" u="sng" dirty="0"/>
                  <a:t>Réaction</a:t>
                </a:r>
                <a:r>
                  <a:rPr lang="fr-FR" dirty="0"/>
                  <a:t> : Fe(s) = Fe</a:t>
                </a:r>
                <a:r>
                  <a:rPr lang="fr-FR" baseline="30000" dirty="0"/>
                  <a:t>2+ </a:t>
                </a:r>
                <a:r>
                  <a:rPr lang="fr-FR" dirty="0"/>
                  <a:t>+ 2e-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u="sng" dirty="0"/>
                  <a:t>Vitesse anodique </a:t>
                </a:r>
                <a:r>
                  <a:rPr lang="fr-FR" dirty="0"/>
                  <a:t>:  v</a:t>
                </a:r>
                <a:r>
                  <a:rPr lang="fr-FR" baseline="-25000" dirty="0"/>
                  <a:t>a</a:t>
                </a:r>
                <a:r>
                  <a:rPr lang="fr-FR" dirty="0"/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  <m:f>
                      <m:fPr>
                        <m:ctrlPr>
                          <a:rPr lang="fr-FR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𝑑𝑛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fr-FR" b="0" i="1" smtClean="0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𝐹𝑒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2+</m:t>
                            </m:r>
                          </m:sup>
                        </m:s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  <m:f>
                      <m:fPr>
                        <m:ctrlPr>
                          <a:rPr lang="fr-FR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𝑑𝑛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fr-FR" i="1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r>
                          <a:rPr lang="fr-FR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fr-FR" dirty="0"/>
                  <a:t>  or </a:t>
                </a:r>
                <a:r>
                  <a:rPr lang="fr-FR" dirty="0" err="1"/>
                  <a:t>dq</a:t>
                </a:r>
                <a:r>
                  <a:rPr lang="fr-FR" baseline="-25000" dirty="0" err="1"/>
                  <a:t>a</a:t>
                </a:r>
                <a:r>
                  <a:rPr lang="it-IT" dirty="0"/>
                  <a:t>=|qe|N</a:t>
                </a:r>
                <a:r>
                  <a:rPr lang="it-IT" baseline="-25000" dirty="0"/>
                  <a:t>A</a:t>
                </a:r>
                <a:r>
                  <a:rPr lang="it-IT" dirty="0"/>
                  <a:t>dn(e-) = Fdn(e-)</a:t>
                </a:r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6ABEA3A2-6F1F-4FC6-ADAA-E170EC01F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394" y="1354297"/>
                <a:ext cx="7634177" cy="801501"/>
              </a:xfrm>
              <a:prstGeom prst="rect">
                <a:avLst/>
              </a:prstGeom>
              <a:blipFill>
                <a:blip r:embed="rId2"/>
                <a:stretch>
                  <a:fillRect l="-479" t="-3788" r="-160" b="-378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ZoneTexte 6">
            <a:extLst>
              <a:ext uri="{FF2B5EF4-FFF2-40B4-BE49-F238E27FC236}">
                <a16:creationId xmlns:a16="http://schemas.microsoft.com/office/drawing/2014/main" xmlns="" id="{9FF4EEB0-B8D3-4F01-A1BF-8903076DB24B}"/>
              </a:ext>
            </a:extLst>
          </p:cNvPr>
          <p:cNvSpPr txBox="1"/>
          <p:nvPr/>
        </p:nvSpPr>
        <p:spPr>
          <a:xfrm>
            <a:off x="159488" y="2396649"/>
            <a:ext cx="1275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Donc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xmlns="" id="{FA7EBE59-4FF5-45F2-B725-BE13AC5690C4}"/>
                  </a:ext>
                </a:extLst>
              </p:cNvPr>
              <p:cNvSpPr/>
              <p:nvPr/>
            </p:nvSpPr>
            <p:spPr>
              <a:xfrm>
                <a:off x="1053069" y="2326739"/>
                <a:ext cx="2791855" cy="491609"/>
              </a:xfrm>
              <a:prstGeom prst="rect">
                <a:avLst/>
              </a:prstGeom>
              <a:ln w="12700">
                <a:solidFill>
                  <a:srgbClr val="C00000"/>
                </a:solidFill>
              </a:ln>
            </p:spPr>
            <p:txBody>
              <a:bodyPr wrap="none">
                <a:spAutoFit/>
              </a:bodyPr>
              <a:lstStyle/>
              <a:p>
                <a:r>
                  <a:rPr lang="fr-FR" dirty="0"/>
                  <a:t>v</a:t>
                </a:r>
                <a:r>
                  <a:rPr lang="fr-FR" baseline="-25000" dirty="0"/>
                  <a:t>a</a:t>
                </a:r>
                <a:r>
                  <a:rPr lang="fr-FR" dirty="0"/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𝑆𝐹</m:t>
                        </m:r>
                      </m:den>
                    </m:f>
                    <m:f>
                      <m:fPr>
                        <m:ctrlPr>
                          <a:rPr lang="fr-FR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fr-FR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fr-FR" dirty="0"/>
                  <a:t>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𝑆𝐹</m:t>
                        </m:r>
                      </m:den>
                    </m:f>
                    <m:sSub>
                      <m:sSubPr>
                        <m:ctrlPr>
                          <a:rPr lang="fr-FR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fr-FR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𝐹</m:t>
                        </m:r>
                      </m:den>
                    </m:f>
                    <m:sSub>
                      <m:sSubPr>
                        <m:ctrlPr>
                          <a:rPr lang="fr-FR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A7EBE59-4FF5-45F2-B725-BE13AC5690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069" y="2326739"/>
                <a:ext cx="2791855" cy="491609"/>
              </a:xfrm>
              <a:prstGeom prst="rect">
                <a:avLst/>
              </a:prstGeom>
              <a:blipFill>
                <a:blip r:embed="rId3"/>
                <a:stretch>
                  <a:fillRect l="-1739" b="-7317"/>
                </a:stretch>
              </a:blipFill>
              <a:ln w="127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ZoneTexte 8">
            <a:extLst>
              <a:ext uri="{FF2B5EF4-FFF2-40B4-BE49-F238E27FC236}">
                <a16:creationId xmlns:a16="http://schemas.microsoft.com/office/drawing/2014/main" xmlns="" id="{A9C66CC2-C57C-4E65-AFF7-9B6AFD635398}"/>
              </a:ext>
            </a:extLst>
          </p:cNvPr>
          <p:cNvSpPr txBox="1"/>
          <p:nvPr/>
        </p:nvSpPr>
        <p:spPr>
          <a:xfrm>
            <a:off x="675048" y="2905004"/>
            <a:ext cx="2514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/>
              <a:t> Oxydation de l’eau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xmlns="" id="{00444B8E-6AB1-4ED5-8EBB-0982E986AFDC}"/>
                  </a:ext>
                </a:extLst>
              </p:cNvPr>
              <p:cNvSpPr txBox="1"/>
              <p:nvPr/>
            </p:nvSpPr>
            <p:spPr>
              <a:xfrm>
                <a:off x="1435394" y="3234298"/>
                <a:ext cx="7634177" cy="7822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dirty="0"/>
                  <a:t> </a:t>
                </a:r>
                <a:r>
                  <a:rPr lang="fr-FR" u="sng" dirty="0"/>
                  <a:t>Réaction</a:t>
                </a:r>
                <a:r>
                  <a:rPr lang="fr-FR" dirty="0"/>
                  <a:t> : 2H</a:t>
                </a:r>
                <a:r>
                  <a:rPr lang="fr-FR" baseline="-25000" dirty="0"/>
                  <a:t>2</a:t>
                </a:r>
                <a:r>
                  <a:rPr lang="fr-FR" dirty="0"/>
                  <a:t>O(l) +2e- = H</a:t>
                </a:r>
                <a:r>
                  <a:rPr lang="fr-FR" baseline="-25000" dirty="0"/>
                  <a:t>2</a:t>
                </a:r>
                <a:r>
                  <a:rPr lang="fr-FR" dirty="0"/>
                  <a:t>(g) +2 HO</a:t>
                </a:r>
                <a:r>
                  <a:rPr lang="fr-FR" baseline="30000" dirty="0"/>
                  <a:t>-</a:t>
                </a:r>
                <a:r>
                  <a:rPr lang="fr-FR" dirty="0"/>
                  <a:t> (aq)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b="1" dirty="0"/>
                  <a:t> </a:t>
                </a:r>
                <a:r>
                  <a:rPr lang="fr-FR" u="sng" dirty="0"/>
                  <a:t>Vitesse cathodique </a:t>
                </a:r>
                <a:r>
                  <a:rPr lang="fr-FR" dirty="0"/>
                  <a:t>:  </a:t>
                </a:r>
                <a:r>
                  <a:rPr lang="fr-FR" dirty="0" err="1"/>
                  <a:t>v</a:t>
                </a:r>
                <a:r>
                  <a:rPr lang="fr-FR" baseline="-25000" dirty="0" err="1"/>
                  <a:t>c</a:t>
                </a:r>
                <a:r>
                  <a:rPr lang="fr-FR" dirty="0"/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  <m:f>
                      <m:fPr>
                        <m:ctrlPr>
                          <a:rPr lang="fr-FR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𝑑𝑛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fr-FR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  <m:f>
                      <m:fPr>
                        <m:ctrlPr>
                          <a:rPr lang="fr-FR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𝑑𝑛</m:t>
                        </m:r>
                        <m:d>
                          <m:dPr>
                            <m:ctrlPr>
                              <a:rPr lang="fr-FR" i="1"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</m:d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fr-FR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  <m:f>
                      <m:fPr>
                        <m:ctrlPr>
                          <a:rPr lang="fr-FR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𝑑𝑛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fr-FR" i="1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r>
                          <a:rPr lang="fr-FR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00444B8E-6AB1-4ED5-8EBB-0982E986A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394" y="3234298"/>
                <a:ext cx="7634177" cy="782265"/>
              </a:xfrm>
              <a:prstGeom prst="rect">
                <a:avLst/>
              </a:prstGeom>
              <a:blipFill>
                <a:blip r:embed="rId4"/>
                <a:stretch>
                  <a:fillRect l="-479" t="-4688" b="-468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xmlns="" id="{629EBD3D-5DB6-4132-886F-02FE04795FBF}"/>
                  </a:ext>
                </a:extLst>
              </p:cNvPr>
              <p:cNvSpPr/>
              <p:nvPr/>
            </p:nvSpPr>
            <p:spPr>
              <a:xfrm>
                <a:off x="1053069" y="4130316"/>
                <a:ext cx="2045432" cy="485261"/>
              </a:xfrm>
              <a:prstGeom prst="rect">
                <a:avLst/>
              </a:prstGeom>
              <a:ln w="12700">
                <a:solidFill>
                  <a:srgbClr val="C00000"/>
                </a:solidFill>
              </a:ln>
            </p:spPr>
            <p:txBody>
              <a:bodyPr wrap="none">
                <a:spAutoFit/>
              </a:bodyPr>
              <a:lstStyle/>
              <a:p>
                <a:r>
                  <a:rPr lang="fr-FR" dirty="0"/>
                  <a:t>v</a:t>
                </a:r>
                <a:r>
                  <a:rPr lang="fr-FR" baseline="-25000" dirty="0" err="1"/>
                  <a:t>c</a:t>
                </a:r>
                <a:r>
                  <a:rPr lang="fr-FR" dirty="0"/>
                  <a:t>= 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𝑆𝐹</m:t>
                        </m:r>
                      </m:den>
                    </m:f>
                    <m:sSub>
                      <m:sSubPr>
                        <m:ctrlPr>
                          <a:rPr lang="fr-FR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fr-FR" dirty="0"/>
                  <a:t> =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𝐹</m:t>
                        </m:r>
                      </m:den>
                    </m:f>
                    <m:sSub>
                      <m:sSubPr>
                        <m:ctrlPr>
                          <a:rPr lang="fr-FR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29EBD3D-5DB6-4132-886F-02FE04795F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069" y="4130316"/>
                <a:ext cx="2045432" cy="485261"/>
              </a:xfrm>
              <a:prstGeom prst="rect">
                <a:avLst/>
              </a:prstGeom>
              <a:blipFill>
                <a:blip r:embed="rId5"/>
                <a:stretch>
                  <a:fillRect l="-2374" b="-7407"/>
                </a:stretch>
              </a:blipFill>
              <a:ln w="127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ZoneTexte 11">
            <a:extLst>
              <a:ext uri="{FF2B5EF4-FFF2-40B4-BE49-F238E27FC236}">
                <a16:creationId xmlns:a16="http://schemas.microsoft.com/office/drawing/2014/main" xmlns="" id="{FE707248-8D8A-4181-AE12-3FDA966BCCEE}"/>
              </a:ext>
            </a:extLst>
          </p:cNvPr>
          <p:cNvSpPr txBox="1"/>
          <p:nvPr/>
        </p:nvSpPr>
        <p:spPr>
          <a:xfrm>
            <a:off x="159488" y="4226616"/>
            <a:ext cx="797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Donc : </a:t>
            </a:r>
          </a:p>
        </p:txBody>
      </p:sp>
    </p:spTree>
    <p:extLst>
      <p:ext uri="{BB962C8B-B14F-4D97-AF65-F5344CB8AC3E}">
        <p14:creationId xmlns:p14="http://schemas.microsoft.com/office/powerpoint/2010/main" val="334663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B724E3CF-26E9-4BBE-9E35-2044CE043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137EE566-1F5C-42C1-8902-21AA8B3EE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Montage à 3 électrodes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F59B69DB-1E86-4266-8A37-10698639C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3582"/>
            <a:ext cx="9144000" cy="321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902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6E03D6C2-9F6D-4685-BD64-ACBEEC270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A724581C-C271-4B90-A32D-68113ED68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Transfert de charge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xmlns="" id="{5559C449-5DB5-4D7B-A16A-CD0304B6F8A3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 l="4816" t="3006" r="7230" b="5206"/>
          <a:stretch>
            <a:fillRect/>
          </a:stretch>
        </p:blipFill>
        <p:spPr>
          <a:xfrm>
            <a:off x="270331" y="1361406"/>
            <a:ext cx="5323308" cy="275335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xmlns="" id="{85225E7E-DB3F-49A3-92E1-629ABE529A5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785329" y="2363311"/>
            <a:ext cx="3280030" cy="74954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608132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489FB4B3-4FF0-4E39-97C0-447F0EFB7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53DE0108-2B0F-4769-8A6A-A93CA18B8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Transport de matière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0607504D-6DB6-478C-9A5C-D5808A6BE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357239" y="-298706"/>
            <a:ext cx="2866510" cy="574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488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8A88BCA2-D7D0-4BA0-A158-7AA496264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6AF831A7-1701-4608-9FD7-2B92F93A9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Diffusion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xmlns="" id="{AF066A9B-8B73-4FFA-8485-6DCBBD16879D}"/>
                  </a:ext>
                </a:extLst>
              </p:cNvPr>
              <p:cNvSpPr/>
              <p:nvPr/>
            </p:nvSpPr>
            <p:spPr>
              <a:xfrm>
                <a:off x="1044016" y="1039925"/>
                <a:ext cx="2645668" cy="4705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fr-FR" sz="2000" b="1" i="1" smtClean="0">
                            <a:latin typeface="Cambria Math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fr-FR" sz="2000" b="1" i="1">
                                <a:latin typeface="Cambria Math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2000" b="1" i="1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fr-FR" sz="2000" b="1">
                                    <a:latin typeface="Cambria Math" panose="02040503050406030204" pitchFamily="18" charset="0"/>
                                  </a:rPr>
                                  <m:t>𝐣</m:t>
                                </m:r>
                              </m:e>
                              <m:sub>
                                <m:r>
                                  <a:rPr lang="fr-FR" sz="2000" b="1" i="0">
                                    <a:latin typeface="Cambria Math" panose="02040503050406030204" pitchFamily="18" charset="0"/>
                                  </a:rPr>
                                  <m:t>𝐦</m:t>
                                </m:r>
                              </m:sub>
                            </m:sSub>
                          </m:e>
                        </m:acc>
                        <m:r>
                          <a:rPr lang="fr-FR" sz="2000" b="0" i="0">
                            <a:latin typeface="Cambria Math" panose="02040503050406030204" pitchFamily="18" charset="0"/>
                          </a:rPr>
                          <m:t>= −</m:t>
                        </m:r>
                        <m:r>
                          <a:rPr lang="fr-FR" sz="2000" b="1" i="0">
                            <a:latin typeface="Cambria Math" panose="02040503050406030204" pitchFamily="18" charset="0"/>
                          </a:rPr>
                          <m:t>𝐃</m:t>
                        </m:r>
                        <m:acc>
                          <m:accPr>
                            <m:chr m:val="⃗"/>
                            <m:ctrlPr>
                              <a:rPr lang="fr-FR" sz="2000" b="1" i="1"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a:rPr lang="fr-FR" sz="2000" b="1" i="0">
                                <a:latin typeface="Cambria Math" panose="02040503050406030204" pitchFamily="18" charset="0"/>
                              </a:rPr>
                              <m:t>𝐠𝐫𝐚𝐝</m:t>
                            </m:r>
                          </m:e>
                        </m:acc>
                        <m:r>
                          <a:rPr lang="fr-FR" sz="2000" b="0" i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2000" b="1" i="0"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</m:d>
                  </m:oMath>
                </a14:m>
                <a:r>
                  <a:rPr lang="fr-FR" dirty="0"/>
                  <a:t>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F066A9B-8B73-4FFA-8485-6DCBBD1687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016" y="1039925"/>
                <a:ext cx="2645668" cy="470513"/>
              </a:xfrm>
              <a:prstGeom prst="rect">
                <a:avLst/>
              </a:prstGeom>
              <a:blipFill>
                <a:blip r:embed="rId2"/>
                <a:stretch>
                  <a:fillRect l="-2074" t="-140260" r="-21889" b="-21558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xmlns="" id="{E6BF5958-3DE2-4B71-A18D-E3F6D09664FF}"/>
                  </a:ext>
                </a:extLst>
              </p:cNvPr>
              <p:cNvSpPr/>
              <p:nvPr/>
            </p:nvSpPr>
            <p:spPr>
              <a:xfrm>
                <a:off x="2046756" y="2315389"/>
                <a:ext cx="5378588" cy="7381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fr-FR" sz="2400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400" b="1" i="1">
                            <a:latin typeface="Cambria Math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2400" b="1" i="1">
                                <a:latin typeface="Cambria Math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sz="24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𝐧</m:t>
                            </m:r>
                          </m:e>
                          <m:sub>
                            <m:r>
                              <a:rPr lang="fr-FR" sz="24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𝐞</m:t>
                            </m:r>
                            <m:r>
                              <a:rPr lang="fr-FR" sz="24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</m:sub>
                        </m:sSub>
                        <m:r>
                          <a:rPr lang="fr-FR" sz="24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𝐅𝐒𝐃</m:t>
                        </m:r>
                        <m:r>
                          <a:rPr lang="fr-FR" sz="2400" b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fr-FR" sz="2400" b="1" i="1">
                                <a:latin typeface="Cambria Math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fr-FR" sz="24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fr-FR" sz="24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𝐨𝐱</m:t>
                            </m:r>
                          </m:sub>
                          <m:sup>
                            <m:r>
                              <a:rPr lang="fr-FR" sz="24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𝐞𝐥𝐞𝐜𝐭</m:t>
                            </m:r>
                          </m:sup>
                        </m:sSubSup>
                        <m:r>
                          <a:rPr lang="fr-FR" sz="24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fr-FR" sz="2400" b="1" i="1">
                                <a:latin typeface="Cambria Math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fr-FR" sz="24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fr-FR" sz="24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𝐨𝐱</m:t>
                            </m:r>
                          </m:sub>
                          <m:sup>
                            <m:r>
                              <a:rPr lang="fr-FR" sz="24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𝐬𝐨𝐥</m:t>
                            </m:r>
                          </m:sup>
                        </m:sSubSup>
                        <m:r>
                          <a:rPr lang="fr-FR" sz="2400" b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fr-FR" sz="24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𝛅</m:t>
                        </m:r>
                      </m:den>
                    </m:f>
                  </m:oMath>
                </a14:m>
                <a:r>
                  <a:rPr lang="fr-FR" sz="2400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400" b="1" i="1">
                            <a:latin typeface="Cambria Math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2400" b="1" i="1">
                                <a:latin typeface="Cambria Math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sz="24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𝐧</m:t>
                            </m:r>
                          </m:e>
                          <m:sub>
                            <m:r>
                              <a:rPr lang="fr-FR" sz="24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𝐞</m:t>
                            </m:r>
                            <m:r>
                              <a:rPr lang="fr-FR" sz="24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</m:sub>
                        </m:sSub>
                        <m:r>
                          <a:rPr lang="fr-FR" sz="24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𝐅𝐒𝐃</m:t>
                        </m:r>
                        <m:r>
                          <a:rPr lang="fr-FR" sz="2400" b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fr-FR" sz="2400" b="1" i="1">
                                <a:latin typeface="Cambria Math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fr-FR" sz="24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fr-FR" sz="24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𝐫𝐞𝐝</m:t>
                            </m:r>
                          </m:sub>
                          <m:sup>
                            <m:r>
                              <a:rPr lang="fr-FR" sz="24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𝐞𝐥𝐞𝐜𝐭</m:t>
                            </m:r>
                          </m:sup>
                        </m:sSubSup>
                        <m:r>
                          <a:rPr lang="fr-FR" sz="24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fr-FR" sz="2400" b="1" i="1">
                                <a:latin typeface="Cambria Math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fr-FR" sz="24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fr-FR" sz="24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𝐫𝐞𝐝</m:t>
                            </m:r>
                          </m:sub>
                          <m:sup>
                            <m:r>
                              <a:rPr lang="fr-FR" sz="24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𝐬𝐨𝐥</m:t>
                            </m:r>
                          </m:sup>
                        </m:sSubSup>
                        <m:r>
                          <a:rPr lang="fr-FR" sz="2400" b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fr-FR" sz="24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𝛅</m:t>
                        </m:r>
                      </m:den>
                    </m:f>
                  </m:oMath>
                </a14:m>
                <a:endParaRPr lang="fr-FR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6BF5958-3DE2-4B71-A18D-E3F6D09664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6756" y="2315389"/>
                <a:ext cx="5378588" cy="738151"/>
              </a:xfrm>
              <a:prstGeom prst="rect">
                <a:avLst/>
              </a:prstGeom>
              <a:blipFill>
                <a:blip r:embed="rId3"/>
                <a:stretch>
                  <a:fillRect l="-1361" b="-661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xmlns="" id="{69A591DC-8804-4B95-AA18-82379DAFD72C}"/>
                  </a:ext>
                </a:extLst>
              </p:cNvPr>
              <p:cNvSpPr/>
              <p:nvPr/>
            </p:nvSpPr>
            <p:spPr>
              <a:xfrm>
                <a:off x="337524" y="1689254"/>
                <a:ext cx="8468952" cy="527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fr-FR" b="1" dirty="0"/>
                  <a:t>Or i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b="1" i="1">
                            <a:latin typeface="Cambria Math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b="1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b="1" i="1">
                                <a:latin typeface="Cambria Math" panose="02040503050406030204" pitchFamily="18" charset="0"/>
                              </a:rPr>
                              <m:t>𝐣</m:t>
                            </m:r>
                          </m:e>
                          <m:sub>
                            <m:r>
                              <a:rPr lang="fr-FR" b="1" i="1">
                                <a:latin typeface="Cambria Math" panose="02040503050406030204" pitchFamily="18" charset="0"/>
                              </a:rPr>
                              <m:t>𝐦</m:t>
                            </m:r>
                          </m:sub>
                        </m:sSub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𝐒</m:t>
                        </m:r>
                      </m:num>
                      <m:den>
                        <m:sSub>
                          <m:sSubPr>
                            <m:ctrlPr>
                              <a:rPr lang="fr-FR" b="1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b="1" i="1">
                                <a:latin typeface="Cambria Math" panose="02040503050406030204" pitchFamily="18" charset="0"/>
                              </a:rPr>
                              <m:t>𝐧</m:t>
                            </m:r>
                          </m:e>
                          <m:sub>
                            <m:r>
                              <a:rPr lang="fr-FR" b="1" i="1">
                                <a:latin typeface="Cambria Math" panose="02040503050406030204" pitchFamily="18" charset="0"/>
                              </a:rPr>
                              <m:t>𝐞</m:t>
                            </m:r>
                            <m:r>
                              <a:rPr lang="fr-FR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𝐅</m:t>
                        </m:r>
                      </m:den>
                    </m:f>
                    <m:r>
                      <a:rPr lang="fr-FR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𝒆𝒕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𝒑𝒓𝒐𝒇𝒊𝒍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𝒍𝒊𝒏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é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𝒂𝒊𝒓𝒆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𝒅𝒆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𝒄𝒐𝒏𝒄𝒆𝒏𝒕𝒓𝒂𝒕𝒊𝒐𝒏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𝒅𝒂𝒏𝒔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𝒍𝒂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𝒄𝒐𝒖𝒄𝒉𝒆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𝒅𝒆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𝑵𝒆𝒓𝒏𝒔𝒕</m:t>
                    </m:r>
                    <m:r>
                      <a:rPr lang="fr-FR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b="1" i="1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fr-FR" b="1" i="1" smtClean="0"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fr-FR" dirty="0"/>
                  <a:t> 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9A591DC-8804-4B95-AA18-82379DAFD7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524" y="1689254"/>
                <a:ext cx="8468952" cy="527324"/>
              </a:xfrm>
              <a:prstGeom prst="rect">
                <a:avLst/>
              </a:prstGeom>
              <a:blipFill>
                <a:blip r:embed="rId4"/>
                <a:stretch>
                  <a:fillRect l="-57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xmlns="" id="{C2750378-707D-421B-BA0F-BD9B1F5E10F1}"/>
                  </a:ext>
                </a:extLst>
              </p:cNvPr>
              <p:cNvSpPr txBox="1"/>
              <p:nvPr/>
            </p:nvSpPr>
            <p:spPr>
              <a:xfrm>
                <a:off x="112936" y="3412802"/>
                <a:ext cx="4699698" cy="12840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fr-FR" b="1" i="1" smtClean="0">
                            <a:latin typeface="Cambria Math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fr-FR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𝐂</m:t>
                        </m:r>
                      </m:e>
                      <m:sub>
                        <m:r>
                          <a:rPr lang="fr-FR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𝐨𝐱</m:t>
                        </m:r>
                      </m:sub>
                      <m:sup>
                        <m:r>
                          <a:rPr lang="fr-FR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𝐞𝐥𝐞𝐜𝐭</m:t>
                        </m:r>
                      </m:sup>
                    </m:sSubSup>
                    <m:r>
                      <a:rPr lang="fr-FR" b="1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fr-FR" dirty="0"/>
                  <a:t> : </a:t>
                </a:r>
                <a:r>
                  <a:rPr lang="fr-FR" dirty="0" err="1"/>
                  <a:t>i</a:t>
                </a:r>
                <a:r>
                  <a:rPr lang="fr-FR" baseline="-25000" dirty="0" err="1"/>
                  <a:t>cl</a:t>
                </a:r>
                <a:r>
                  <a:rPr lang="fr-FR" dirty="0"/>
                  <a:t>=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b="1" i="1">
                            <a:latin typeface="Cambria Math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b="1" i="1">
                                <a:latin typeface="Cambria Math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𝐧</m:t>
                            </m:r>
                          </m:e>
                          <m:sub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𝐞</m:t>
                            </m:r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</m:sub>
                        </m:sSub>
                        <m:r>
                          <a:rPr lang="fr-FR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𝐅𝐒𝐃</m:t>
                        </m:r>
                        <m:sSubSup>
                          <m:sSubSupPr>
                            <m:ctrlPr>
                              <a:rPr lang="fr-FR" b="1" i="1" smtClean="0">
                                <a:latin typeface="Cambria Math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𝐨𝐱</m:t>
                            </m:r>
                          </m:sub>
                          <m:sup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𝐬𝐨𝐥</m:t>
                            </m:r>
                          </m:sup>
                        </m:sSubSup>
                        <m:r>
                          <a:rPr lang="fr-FR" b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fr-FR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𝛅</m:t>
                        </m:r>
                      </m:den>
                    </m:f>
                  </m:oMath>
                </a14:m>
                <a:r>
                  <a:rPr lang="fr-FR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&lt; 0 et constant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b="1" i="1">
                            <a:latin typeface="Cambria Math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fr-FR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𝐂</m:t>
                        </m:r>
                      </m:e>
                      <m:sub>
                        <m:r>
                          <a:rPr lang="fr-FR" b="1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𝒓𝒆𝒅</m:t>
                        </m:r>
                      </m:sub>
                      <m:sup>
                        <m:r>
                          <a:rPr lang="fr-FR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𝐞𝐥𝐞𝐜𝐭</m:t>
                        </m:r>
                      </m:sup>
                    </m:sSubSup>
                    <m:r>
                      <a:rPr lang="fr-FR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fr-FR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fr-FR" dirty="0"/>
                  <a:t> : </a:t>
                </a:r>
                <a:r>
                  <a:rPr lang="fr-FR" dirty="0" err="1"/>
                  <a:t>i</a:t>
                </a:r>
                <a:r>
                  <a:rPr lang="fr-FR" baseline="-25000" dirty="0" err="1"/>
                  <a:t>al</a:t>
                </a:r>
                <a:r>
                  <a:rPr lang="fr-FR" dirty="0"/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b="1" i="1">
                            <a:latin typeface="Cambria Math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b="1" i="1">
                                <a:latin typeface="Cambria Math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𝐧</m:t>
                            </m:r>
                          </m:e>
                          <m:sub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𝐞</m:t>
                            </m:r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</m:sub>
                        </m:sSub>
                        <m:r>
                          <a:rPr lang="fr-FR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𝐅𝐒𝐃</m:t>
                        </m:r>
                        <m:sSubSup>
                          <m:sSubSupPr>
                            <m:ctrlPr>
                              <a:rPr lang="fr-FR" b="1" i="1">
                                <a:latin typeface="Cambria Math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fr-FR" b="1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𝒓𝒆𝒅</m:t>
                            </m:r>
                          </m:sub>
                          <m:sup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𝐬𝐨𝐥</m:t>
                            </m:r>
                          </m:sup>
                        </m:sSubSup>
                        <m:r>
                          <a:rPr lang="fr-FR" b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fr-FR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𝛅</m:t>
                        </m:r>
                      </m:den>
                    </m:f>
                  </m:oMath>
                </a14:m>
                <a:r>
                  <a:rPr lang="fr-FR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&gt;  0 et constant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fr-FR" dirty="0"/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C2750378-707D-421B-BA0F-BD9B1F5E1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36" y="3412802"/>
                <a:ext cx="4699698" cy="1284069"/>
              </a:xfrm>
              <a:prstGeom prst="rect">
                <a:avLst/>
              </a:prstGeom>
              <a:blipFill>
                <a:blip r:embed="rId5"/>
                <a:stretch>
                  <a:fillRect l="-90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Accolade fermante 8">
            <a:extLst>
              <a:ext uri="{FF2B5EF4-FFF2-40B4-BE49-F238E27FC236}">
                <a16:creationId xmlns:a16="http://schemas.microsoft.com/office/drawing/2014/main" xmlns="" id="{64785EB2-F2D3-4DFB-A84C-7A82EFE2FA64}"/>
              </a:ext>
            </a:extLst>
          </p:cNvPr>
          <p:cNvSpPr/>
          <p:nvPr/>
        </p:nvSpPr>
        <p:spPr>
          <a:xfrm>
            <a:off x="4572000" y="3580213"/>
            <a:ext cx="240633" cy="834189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1AADCECD-120F-40FE-A1E9-98A7633BBDD0}"/>
              </a:ext>
            </a:extLst>
          </p:cNvPr>
          <p:cNvSpPr txBox="1"/>
          <p:nvPr/>
        </p:nvSpPr>
        <p:spPr>
          <a:xfrm>
            <a:off x="4890691" y="3749882"/>
            <a:ext cx="25346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Paliers de diffusion</a:t>
            </a:r>
          </a:p>
        </p:txBody>
      </p:sp>
    </p:spTree>
    <p:extLst>
      <p:ext uri="{BB962C8B-B14F-4D97-AF65-F5344CB8AC3E}">
        <p14:creationId xmlns:p14="http://schemas.microsoft.com/office/powerpoint/2010/main" val="2267519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1155DA69-14C6-4C4E-93EF-EAAEC2848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DE847340-4F24-4293-8B29-B337C7E0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4379"/>
            <a:ext cx="9144000" cy="694497"/>
          </a:xfrm>
        </p:spPr>
        <p:txBody>
          <a:bodyPr/>
          <a:lstStyle/>
          <a:p>
            <a:r>
              <a:rPr lang="fr-FR" sz="4400" dirty="0"/>
              <a:t>Courbe i=f(E) du titrage de NO</a:t>
            </a:r>
            <a:r>
              <a:rPr lang="fr-FR" sz="4400" baseline="-25000" dirty="0"/>
              <a:t>3</a:t>
            </a:r>
            <a:r>
              <a:rPr lang="fr-FR" sz="4400" baseline="30000" dirty="0"/>
              <a:t>-</a:t>
            </a:r>
            <a:r>
              <a:rPr lang="fr-FR" sz="4400" dirty="0"/>
              <a:t> par Fe</a:t>
            </a:r>
            <a:r>
              <a:rPr lang="fr-FR" sz="4400" baseline="30000" dirty="0"/>
              <a:t>2+ </a:t>
            </a:r>
            <a:r>
              <a:rPr lang="fr-FR" sz="4400" dirty="0"/>
              <a:t>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4755C8AB-3C48-4DBC-80BA-A5350A5A1F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2420" y="2359365"/>
            <a:ext cx="5061580" cy="2354106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1D526CB3-F8E5-4604-8818-B07E19766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983840" y="100583"/>
            <a:ext cx="1842616" cy="3810295"/>
          </a:xfrm>
          <a:prstGeom prst="rect">
            <a:avLst/>
          </a:prstGeom>
        </p:spPr>
      </p:pic>
      <p:sp>
        <p:nvSpPr>
          <p:cNvPr id="7" name="Flèche : droite 6">
            <a:extLst>
              <a:ext uri="{FF2B5EF4-FFF2-40B4-BE49-F238E27FC236}">
                <a16:creationId xmlns:a16="http://schemas.microsoft.com/office/drawing/2014/main" xmlns="" id="{BD6A0946-BF8D-4F97-83D8-431C2088B06B}"/>
              </a:ext>
            </a:extLst>
          </p:cNvPr>
          <p:cNvSpPr/>
          <p:nvPr/>
        </p:nvSpPr>
        <p:spPr>
          <a:xfrm rot="1819806">
            <a:off x="3651479" y="2277642"/>
            <a:ext cx="1242158" cy="694497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90ECD0C3-76C8-4542-A382-492A1AFDE073}"/>
              </a:ext>
            </a:extLst>
          </p:cNvPr>
          <p:cNvSpPr txBox="1"/>
          <p:nvPr/>
        </p:nvSpPr>
        <p:spPr>
          <a:xfrm>
            <a:off x="6480419" y="753167"/>
            <a:ext cx="27996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Juste avant l’équivalence</a:t>
            </a:r>
          </a:p>
        </p:txBody>
      </p:sp>
    </p:spTree>
    <p:extLst>
      <p:ext uri="{BB962C8B-B14F-4D97-AF65-F5344CB8AC3E}">
        <p14:creationId xmlns:p14="http://schemas.microsoft.com/office/powerpoint/2010/main" val="1662914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3F92CA21-33B7-4617-AB6F-067C6B5F2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5DA58118-33FE-46BA-95DB-8F0C78F4D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Courbe i=f(E) du fer dans l’eau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2F796E81-61DA-4F26-A3F9-8D7842162D3D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979523" y="838876"/>
            <a:ext cx="7184954" cy="3717082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827681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C9C74BCE-62DB-40DC-A8F3-8FC6B33BE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xmlns="" id="{122CE3E9-4D1D-42DD-9752-E63C37E94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Merci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27819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B16BD473-E31A-41D2-8454-14D009008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9BF6D407-9D7D-4DEC-9383-C2EFD8EE8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Nécessité d’une électrolyse</a:t>
            </a:r>
          </a:p>
        </p:txBody>
      </p:sp>
      <p:pic>
        <p:nvPicPr>
          <p:cNvPr id="5" name="Espace réservé du contenu 3">
            <a:extLst>
              <a:ext uri="{FF2B5EF4-FFF2-40B4-BE49-F238E27FC236}">
                <a16:creationId xmlns:a16="http://schemas.microsoft.com/office/drawing/2014/main" xmlns="" id="{FAF1B28B-3252-492C-A0FC-CC444BB45071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2804"/>
            <a:ext cx="8892033" cy="3345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513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2F318E7E-D3B8-4766-B11B-53F488B53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F5266E6B-B6C4-4E7C-9288-18AE6BE36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Synthèse de l’eau de Javel </a:t>
            </a:r>
          </a:p>
        </p:txBody>
      </p:sp>
      <p:grpSp>
        <p:nvGrpSpPr>
          <p:cNvPr id="82" name="Groupe 81">
            <a:extLst>
              <a:ext uri="{FF2B5EF4-FFF2-40B4-BE49-F238E27FC236}">
                <a16:creationId xmlns:a16="http://schemas.microsoft.com/office/drawing/2014/main" xmlns="" id="{37EE6FC3-E32C-4904-874A-889F4116742C}"/>
              </a:ext>
            </a:extLst>
          </p:cNvPr>
          <p:cNvGrpSpPr/>
          <p:nvPr/>
        </p:nvGrpSpPr>
        <p:grpSpPr>
          <a:xfrm>
            <a:off x="143219" y="997676"/>
            <a:ext cx="8857561" cy="3149736"/>
            <a:chOff x="-150033" y="1123363"/>
            <a:chExt cx="12306893" cy="4046198"/>
          </a:xfrm>
        </p:grpSpPr>
        <p:grpSp>
          <p:nvGrpSpPr>
            <p:cNvPr id="83" name="Groupe 82">
              <a:extLst>
                <a:ext uri="{FF2B5EF4-FFF2-40B4-BE49-F238E27FC236}">
                  <a16:creationId xmlns:a16="http://schemas.microsoft.com/office/drawing/2014/main" xmlns="" id="{A3CF43E6-480E-4F60-B44F-1023C1727DD6}"/>
                </a:ext>
              </a:extLst>
            </p:cNvPr>
            <p:cNvGrpSpPr/>
            <p:nvPr/>
          </p:nvGrpSpPr>
          <p:grpSpPr>
            <a:xfrm>
              <a:off x="1152908" y="1123363"/>
              <a:ext cx="9498615" cy="4046198"/>
              <a:chOff x="-393930" y="1236775"/>
              <a:chExt cx="9498615" cy="4046198"/>
            </a:xfrm>
          </p:grpSpPr>
          <p:grpSp>
            <p:nvGrpSpPr>
              <p:cNvPr id="86" name="Grouper 68">
                <a:extLst>
                  <a:ext uri="{FF2B5EF4-FFF2-40B4-BE49-F238E27FC236}">
                    <a16:creationId xmlns:a16="http://schemas.microsoft.com/office/drawing/2014/main" xmlns="" id="{19A41BD3-E72B-42CE-B9C8-ECC18B5EF451}"/>
                  </a:ext>
                </a:extLst>
              </p:cNvPr>
              <p:cNvGrpSpPr/>
              <p:nvPr/>
            </p:nvGrpSpPr>
            <p:grpSpPr>
              <a:xfrm>
                <a:off x="3248121" y="1236775"/>
                <a:ext cx="2504978" cy="4046198"/>
                <a:chOff x="0" y="0"/>
                <a:chExt cx="1605915" cy="2593975"/>
              </a:xfrm>
            </p:grpSpPr>
            <p:grpSp>
              <p:nvGrpSpPr>
                <p:cNvPr id="99" name="Grouper 69">
                  <a:extLst>
                    <a:ext uri="{FF2B5EF4-FFF2-40B4-BE49-F238E27FC236}">
                      <a16:creationId xmlns:a16="http://schemas.microsoft.com/office/drawing/2014/main" xmlns="" id="{88FDD78D-0BBD-4125-B5BF-0A9D0AAFA693}"/>
                    </a:ext>
                  </a:extLst>
                </p:cNvPr>
                <p:cNvGrpSpPr/>
                <p:nvPr/>
              </p:nvGrpSpPr>
              <p:grpSpPr>
                <a:xfrm>
                  <a:off x="0" y="0"/>
                  <a:ext cx="1605915" cy="2593975"/>
                  <a:chOff x="0" y="0"/>
                  <a:chExt cx="1605915" cy="2593975"/>
                </a:xfrm>
                <a:extLst>
                  <a:ext uri="{0CCBE362-F206-4b92-989A-16890622DB6E}">
                    <ma14:wrappingTextBoxFlag xmlns:ma14="http://schemas.microsoft.com/office/mac/drawingml/2011/main" val="1"/>
                  </a:ext>
                </a:extLst>
              </p:grpSpPr>
              <p:grpSp>
                <p:nvGrpSpPr>
                  <p:cNvPr id="101" name="Grouper 71">
                    <a:extLst>
                      <a:ext uri="{FF2B5EF4-FFF2-40B4-BE49-F238E27FC236}">
                        <a16:creationId xmlns:a16="http://schemas.microsoft.com/office/drawing/2014/main" xmlns="" id="{EBA70BCC-9C53-4046-8033-EC75AB61B791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1530350"/>
                    <a:ext cx="1605915" cy="692150"/>
                    <a:chOff x="0" y="0"/>
                    <a:chExt cx="1605915" cy="824230"/>
                  </a:xfrm>
                </p:grpSpPr>
                <p:grpSp>
                  <p:nvGrpSpPr>
                    <p:cNvPr id="153" name="Grouper 123">
                      <a:extLst>
                        <a:ext uri="{FF2B5EF4-FFF2-40B4-BE49-F238E27FC236}">
                          <a16:creationId xmlns:a16="http://schemas.microsoft.com/office/drawing/2014/main" xmlns="" id="{73407EAD-2EBA-417C-B9B0-1DDFCC3EC2D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0"/>
                      <a:ext cx="1605915" cy="824230"/>
                      <a:chOff x="0" y="0"/>
                      <a:chExt cx="571500" cy="824230"/>
                    </a:xfrm>
                  </p:grpSpPr>
                  <p:grpSp>
                    <p:nvGrpSpPr>
                      <p:cNvPr id="155" name="Grouper 125">
                        <a:extLst>
                          <a:ext uri="{FF2B5EF4-FFF2-40B4-BE49-F238E27FC236}">
                            <a16:creationId xmlns:a16="http://schemas.microsoft.com/office/drawing/2014/main" xmlns="" id="{EFE3D4FE-8868-4834-8269-34A0079CC8E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0" y="24130"/>
                        <a:ext cx="571500" cy="800100"/>
                        <a:chOff x="0" y="0"/>
                        <a:chExt cx="571500" cy="800100"/>
                      </a:xfrm>
                    </p:grpSpPr>
                    <p:sp>
                      <p:nvSpPr>
                        <p:cNvPr id="157" name="Arrondir un rectangle avec un coin du même côté 127">
                          <a:extLst>
                            <a:ext uri="{FF2B5EF4-FFF2-40B4-BE49-F238E27FC236}">
                              <a16:creationId xmlns:a16="http://schemas.microsoft.com/office/drawing/2014/main" xmlns="" id="{6CD63E08-F673-4C91-8299-F81157FAED8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0800000">
                          <a:off x="0" y="0"/>
                          <a:ext cx="571500" cy="800100"/>
                        </a:xfrm>
                        <a:prstGeom prst="round2SameRect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  <a:effectLst/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ot="0" spcFirstLastPara="0" vert="horz" wrap="square" lIns="91440" tIns="45720" rIns="91440" bIns="45720" numCol="1" spcCol="0" rtlCol="0" fromWordArt="0" anchor="t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158" name="Arrondir un rectangle avec un coin du même côté 128">
                          <a:extLst>
                            <a:ext uri="{FF2B5EF4-FFF2-40B4-BE49-F238E27FC236}">
                              <a16:creationId xmlns:a16="http://schemas.microsoft.com/office/drawing/2014/main" xmlns="" id="{ED426EE2-569D-4ADE-9FAE-5B797120616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0800000">
                          <a:off x="0" y="206375"/>
                          <a:ext cx="571500" cy="593725"/>
                        </a:xfrm>
                        <a:prstGeom prst="round2SameRect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  <a:effectLst/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ot="0" spcFirstLastPara="0" vert="horz" wrap="square" lIns="91440" tIns="45720" rIns="91440" bIns="45720" numCol="1" spcCol="0" rtlCol="0" fromWordArt="0" anchor="t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endParaRPr lang="fr-FR"/>
                        </a:p>
                      </p:txBody>
                    </p:sp>
                  </p:grpSp>
                  <p:sp>
                    <p:nvSpPr>
                      <p:cNvPr id="156" name="Rectangle 155">
                        <a:extLst>
                          <a:ext uri="{FF2B5EF4-FFF2-40B4-BE49-F238E27FC236}">
                            <a16:creationId xmlns:a16="http://schemas.microsoft.com/office/drawing/2014/main" xmlns="" id="{42F1A617-B34D-4AA4-93D1-2F648DB194FA}"/>
                          </a:ext>
                        </a:extLst>
                      </p:cNvPr>
                      <p:cNvSpPr/>
                      <p:nvPr/>
                    </p:nvSpPr>
                    <p:spPr>
                      <a:xfrm flipV="1">
                        <a:off x="0" y="0"/>
                        <a:ext cx="571500" cy="4508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solidFill>
                          <a:schemeClr val="bg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</p:grpSp>
                <p:sp>
                  <p:nvSpPr>
                    <p:cNvPr id="154" name="Rectangle 153">
                      <a:extLst>
                        <a:ext uri="{FF2B5EF4-FFF2-40B4-BE49-F238E27FC236}">
                          <a16:creationId xmlns:a16="http://schemas.microsoft.com/office/drawing/2014/main" xmlns="" id="{971D3783-3953-4DCA-BF71-03B19ABF5692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497840" y="205740"/>
                      <a:ext cx="629920" cy="57785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>
                      <a:solidFill>
                        <a:schemeClr val="bg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102" name="Grouper 72">
                    <a:extLst>
                      <a:ext uri="{FF2B5EF4-FFF2-40B4-BE49-F238E27FC236}">
                        <a16:creationId xmlns:a16="http://schemas.microsoft.com/office/drawing/2014/main" xmlns="" id="{A478E800-AA87-4FA1-88CE-2BC944A3FFC0}"/>
                      </a:ext>
                    </a:extLst>
                  </p:cNvPr>
                  <p:cNvGrpSpPr/>
                  <p:nvPr/>
                </p:nvGrpSpPr>
                <p:grpSpPr>
                  <a:xfrm>
                    <a:off x="464820" y="1050290"/>
                    <a:ext cx="676275" cy="1157605"/>
                    <a:chOff x="-115156" y="-5080"/>
                    <a:chExt cx="2760759" cy="1157605"/>
                  </a:xfrm>
                </p:grpSpPr>
                <p:sp>
                  <p:nvSpPr>
                    <p:cNvPr id="146" name="Arrondir un rectangle avec un coin du même côté 116">
                      <a:extLst>
                        <a:ext uri="{FF2B5EF4-FFF2-40B4-BE49-F238E27FC236}">
                          <a16:creationId xmlns:a16="http://schemas.microsoft.com/office/drawing/2014/main" xmlns="" id="{E6466683-5872-423E-A6C0-055665586F33}"/>
                        </a:ext>
                      </a:extLst>
                    </p:cNvPr>
                    <p:cNvSpPr/>
                    <p:nvPr/>
                  </p:nvSpPr>
                  <p:spPr>
                    <a:xfrm rot="10800000" flipH="1">
                      <a:off x="0" y="352425"/>
                      <a:ext cx="2573020" cy="800100"/>
                    </a:xfrm>
                    <a:prstGeom prst="round2SameRect">
                      <a:avLst/>
                    </a:prstGeom>
                    <a:noFill/>
                    <a:ln w="1270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47" name="Arrondir un rectangle avec un coin du même côté 117">
                      <a:extLst>
                        <a:ext uri="{FF2B5EF4-FFF2-40B4-BE49-F238E27FC236}">
                          <a16:creationId xmlns:a16="http://schemas.microsoft.com/office/drawing/2014/main" xmlns="" id="{2F477F19-3B31-40A1-99A8-FD4F10C21745}"/>
                        </a:ext>
                      </a:extLst>
                    </p:cNvPr>
                    <p:cNvSpPr/>
                    <p:nvPr/>
                  </p:nvSpPr>
                  <p:spPr>
                    <a:xfrm rot="10800000" flipH="1">
                      <a:off x="0" y="544195"/>
                      <a:ext cx="2573020" cy="607695"/>
                    </a:xfrm>
                    <a:prstGeom prst="round2Same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48" name="Rectangle 147">
                      <a:extLst>
                        <a:ext uri="{FF2B5EF4-FFF2-40B4-BE49-F238E27FC236}">
                          <a16:creationId xmlns:a16="http://schemas.microsoft.com/office/drawing/2014/main" xmlns="" id="{5F5299BB-A5D6-4CB6-B6DB-0585855D31F6}"/>
                        </a:ext>
                      </a:extLst>
                    </p:cNvPr>
                    <p:cNvSpPr/>
                    <p:nvPr/>
                  </p:nvSpPr>
                  <p:spPr>
                    <a:xfrm flipH="1" flipV="1">
                      <a:off x="0" y="328295"/>
                      <a:ext cx="2573020" cy="45085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>
                      <a:solidFill>
                        <a:schemeClr val="bg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49" name="Parallélogramme 148">
                      <a:extLst>
                        <a:ext uri="{FF2B5EF4-FFF2-40B4-BE49-F238E27FC236}">
                          <a16:creationId xmlns:a16="http://schemas.microsoft.com/office/drawing/2014/main" xmlns="" id="{22010584-59C8-48F3-9A69-28367510E9EE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-115156" y="-5080"/>
                      <a:ext cx="733430" cy="1142365"/>
                    </a:xfrm>
                    <a:prstGeom prst="parallelogram">
                      <a:avLst>
                        <a:gd name="adj" fmla="val 77936"/>
                      </a:avLst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50" name="Parallélogramme 149">
                      <a:extLst>
                        <a:ext uri="{FF2B5EF4-FFF2-40B4-BE49-F238E27FC236}">
                          <a16:creationId xmlns:a16="http://schemas.microsoft.com/office/drawing/2014/main" xmlns="" id="{C3D8DD1C-4835-4BE2-A9E2-B6FBA76E4C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07908" y="-5080"/>
                      <a:ext cx="637695" cy="1142365"/>
                    </a:xfrm>
                    <a:prstGeom prst="parallelogram">
                      <a:avLst>
                        <a:gd name="adj" fmla="val 72609"/>
                      </a:avLst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cxnSp>
                  <p:nvCxnSpPr>
                    <p:cNvPr id="151" name="Connecteur droit 150">
                      <a:extLst>
                        <a:ext uri="{FF2B5EF4-FFF2-40B4-BE49-F238E27FC236}">
                          <a16:creationId xmlns:a16="http://schemas.microsoft.com/office/drawing/2014/main" xmlns="" id="{B1758129-065E-4DC1-80AB-9788A1A08C7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196465" y="543560"/>
                      <a:ext cx="376555" cy="1270"/>
                    </a:xfrm>
                    <a:prstGeom prst="line">
                      <a:avLst/>
                    </a:prstGeom>
                    <a:ln w="9525" cmpd="sng"/>
                    <a:effectLst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2" name="Connecteur droit 151">
                      <a:extLst>
                        <a:ext uri="{FF2B5EF4-FFF2-40B4-BE49-F238E27FC236}">
                          <a16:creationId xmlns:a16="http://schemas.microsoft.com/office/drawing/2014/main" xmlns="" id="{163E36ED-07BA-48D8-AD1D-8E54D7C8FEC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0" y="544830"/>
                      <a:ext cx="376555" cy="1270"/>
                    </a:xfrm>
                    <a:prstGeom prst="line">
                      <a:avLst/>
                    </a:prstGeom>
                    <a:ln w="9525" cmpd="sng"/>
                    <a:effectLst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3" name="Grouper 73">
                    <a:extLst>
                      <a:ext uri="{FF2B5EF4-FFF2-40B4-BE49-F238E27FC236}">
                        <a16:creationId xmlns:a16="http://schemas.microsoft.com/office/drawing/2014/main" xmlns="" id="{DB44A061-1B39-4B84-B2A6-F1B1516DA13B}"/>
                      </a:ext>
                    </a:extLst>
                  </p:cNvPr>
                  <p:cNvGrpSpPr/>
                  <p:nvPr/>
                </p:nvGrpSpPr>
                <p:grpSpPr>
                  <a:xfrm>
                    <a:off x="236220" y="2230120"/>
                    <a:ext cx="1143000" cy="363855"/>
                    <a:chOff x="0" y="0"/>
                    <a:chExt cx="1143000" cy="363855"/>
                  </a:xfrm>
                </p:grpSpPr>
                <p:sp>
                  <p:nvSpPr>
                    <p:cNvPr id="144" name="Rectangle 143">
                      <a:extLst>
                        <a:ext uri="{FF2B5EF4-FFF2-40B4-BE49-F238E27FC236}">
                          <a16:creationId xmlns:a16="http://schemas.microsoft.com/office/drawing/2014/main" xmlns="" id="{24433ACC-87AE-408E-8227-4082661DCE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0"/>
                      <a:ext cx="1143000" cy="363855"/>
                    </a:xfrm>
                    <a:prstGeom prst="rect">
                      <a:avLst/>
                    </a:prstGeom>
                    <a:solidFill>
                      <a:srgbClr val="BFBFBF"/>
                    </a:solidFill>
                    <a:ln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45" name="Ellipse 144">
                      <a:extLst>
                        <a:ext uri="{FF2B5EF4-FFF2-40B4-BE49-F238E27FC236}">
                          <a16:creationId xmlns:a16="http://schemas.microsoft.com/office/drawing/2014/main" xmlns="" id="{F4902671-B5F2-473E-BF71-A5348A5A1C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4300" y="114300"/>
                      <a:ext cx="114300" cy="135255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  <a:effectLst>
                      <a:outerShdw blurRad="50800" dist="38100" dir="8100000" algn="tr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104" name="Grouper 74">
                    <a:extLst>
                      <a:ext uri="{FF2B5EF4-FFF2-40B4-BE49-F238E27FC236}">
                        <a16:creationId xmlns:a16="http://schemas.microsoft.com/office/drawing/2014/main" xmlns="" id="{EA631710-07C1-4B55-8065-181FF4915C3B}"/>
                      </a:ext>
                    </a:extLst>
                  </p:cNvPr>
                  <p:cNvGrpSpPr/>
                  <p:nvPr/>
                </p:nvGrpSpPr>
                <p:grpSpPr>
                  <a:xfrm>
                    <a:off x="136525" y="0"/>
                    <a:ext cx="1342390" cy="1050290"/>
                    <a:chOff x="0" y="0"/>
                    <a:chExt cx="1342390" cy="1050290"/>
                  </a:xfrm>
                </p:grpSpPr>
                <p:grpSp>
                  <p:nvGrpSpPr>
                    <p:cNvPr id="131" name="Grouper 101">
                      <a:extLst>
                        <a:ext uri="{FF2B5EF4-FFF2-40B4-BE49-F238E27FC236}">
                          <a16:creationId xmlns:a16="http://schemas.microsoft.com/office/drawing/2014/main" xmlns="" id="{F0F8BED7-6BD3-4041-B945-4EDAF6281F3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1915" y="0"/>
                      <a:ext cx="1230630" cy="741680"/>
                      <a:chOff x="0" y="0"/>
                      <a:chExt cx="1230630" cy="741680"/>
                    </a:xfrm>
                  </p:grpSpPr>
                  <p:sp>
                    <p:nvSpPr>
                      <p:cNvPr id="140" name="Ellipse 139">
                        <a:extLst>
                          <a:ext uri="{FF2B5EF4-FFF2-40B4-BE49-F238E27FC236}">
                            <a16:creationId xmlns:a16="http://schemas.microsoft.com/office/drawing/2014/main" xmlns="" id="{A2F9C8BE-6197-4956-AFFB-30C40E0157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54000" y="121920"/>
                        <a:ext cx="680720" cy="619760"/>
                      </a:xfrm>
                      <a:prstGeom prst="ellipse">
                        <a:avLst/>
                      </a:prstGeom>
                      <a:noFill/>
                      <a:ln w="19050" cmpd="sng">
                        <a:solidFill>
                          <a:srgbClr val="000000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141" name="Zone de texte 941">
                        <a:extLst>
                          <a:ext uri="{FF2B5EF4-FFF2-40B4-BE49-F238E27FC236}">
                            <a16:creationId xmlns:a16="http://schemas.microsoft.com/office/drawing/2014/main" xmlns="" id="{97D4BF94-2D6D-4F3C-8D0E-CD30E9B77F1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34720" y="12700"/>
                        <a:ext cx="295910" cy="3854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C572A759-6A51-4108-AA02-DFA0A04FC94B}">
                          <ma14:wrappingTextBoxFlag xmlns:ma14="http://schemas.microsoft.com/office/mac/drawingml/2011/main" val="1"/>
                        </a:ext>
                      </a:extLst>
                    </p:spPr>
                    <p:style>
                      <a:lnRef idx="0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>
                          <a:spcAft>
                            <a:spcPts val="0"/>
                          </a:spcAft>
                        </a:pPr>
                        <a:r>
                          <a:rPr lang="fr-FR" sz="2400" dirty="0">
                            <a:solidFill>
                              <a:srgbClr val="C00000"/>
                            </a:solidFill>
                            <a:effectLst/>
                            <a:ea typeface="ＭＳ 明朝"/>
                            <a:cs typeface="Times New Roman"/>
                          </a:rPr>
                          <a:t>+</a:t>
                        </a:r>
                        <a:r>
                          <a:rPr lang="fr-FR" sz="2400" dirty="0">
                            <a:effectLst/>
                            <a:ea typeface="ＭＳ 明朝"/>
                            <a:cs typeface="Times New Roman"/>
                          </a:rPr>
                          <a:t>   </a:t>
                        </a:r>
                        <a:endParaRPr lang="fr-FR" dirty="0">
                          <a:effectLst/>
                          <a:ea typeface="ＭＳ 明朝"/>
                          <a:cs typeface="Times New Roman"/>
                        </a:endParaRPr>
                      </a:p>
                    </p:txBody>
                  </p:sp>
                  <p:sp>
                    <p:nvSpPr>
                      <p:cNvPr id="142" name="Zone de texte 942">
                        <a:extLst>
                          <a:ext uri="{FF2B5EF4-FFF2-40B4-BE49-F238E27FC236}">
                            <a16:creationId xmlns:a16="http://schemas.microsoft.com/office/drawing/2014/main" xmlns="" id="{00468254-6697-4187-BB06-A8E9BF5C98F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0" y="0"/>
                        <a:ext cx="306070" cy="3765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C572A759-6A51-4108-AA02-DFA0A04FC94B}">
                          <ma14:wrappingTextBoxFlag xmlns:ma14="http://schemas.microsoft.com/office/mac/drawingml/2011/main" val="1"/>
                        </a:ext>
                      </a:extLst>
                    </p:spPr>
                    <p:style>
                      <a:lnRef idx="0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>
                          <a:spcAft>
                            <a:spcPts val="0"/>
                          </a:spcAft>
                        </a:pPr>
                        <a:r>
                          <a:rPr lang="fr-FR" sz="2400" dirty="0">
                            <a:solidFill>
                              <a:schemeClr val="accent2"/>
                            </a:solidFill>
                            <a:effectLst/>
                            <a:ea typeface="ＭＳ 明朝"/>
                            <a:cs typeface="Times New Roman"/>
                          </a:rPr>
                          <a:t>-</a:t>
                        </a:r>
                        <a:r>
                          <a:rPr lang="fr-FR" sz="1800" dirty="0">
                            <a:effectLst/>
                            <a:ea typeface="ＭＳ 明朝"/>
                            <a:cs typeface="Times New Roman"/>
                          </a:rPr>
                          <a:t>   </a:t>
                        </a:r>
                        <a:endParaRPr lang="fr-FR" sz="1200" dirty="0">
                          <a:effectLst/>
                          <a:ea typeface="ＭＳ 明朝"/>
                          <a:cs typeface="Times New Roman"/>
                        </a:endParaRPr>
                      </a:p>
                    </p:txBody>
                  </p:sp>
                  <p:sp>
                    <p:nvSpPr>
                      <p:cNvPr id="143" name="Zone de texte 900">
                        <a:extLst>
                          <a:ext uri="{FF2B5EF4-FFF2-40B4-BE49-F238E27FC236}">
                            <a16:creationId xmlns:a16="http://schemas.microsoft.com/office/drawing/2014/main" xmlns="" id="{96726D8B-33F3-4549-9135-1EFB2E9F6F8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15290" y="207010"/>
                        <a:ext cx="371475" cy="4108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C572A759-6A51-4108-AA02-DFA0A04FC94B}">
                          <ma14:wrappingTextBoxFlag xmlns:ma14="http://schemas.microsoft.com/office/mac/drawingml/2011/main" val="1"/>
                        </a:ext>
                      </a:extLst>
                    </p:spPr>
                    <p:style>
                      <a:lnRef idx="0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ctr">
                          <a:spcAft>
                            <a:spcPts val="0"/>
                          </a:spcAft>
                        </a:pPr>
                        <a:r>
                          <a:rPr lang="fr-FR" sz="3200" dirty="0">
                            <a:effectLst/>
                            <a:ea typeface="ＭＳ 明朝"/>
                            <a:cs typeface="Times New Roman"/>
                          </a:rPr>
                          <a:t>G</a:t>
                        </a:r>
                        <a:endParaRPr lang="fr-FR" dirty="0">
                          <a:effectLst/>
                          <a:ea typeface="ＭＳ 明朝"/>
                          <a:cs typeface="Times New Roman"/>
                        </a:endParaRPr>
                      </a:p>
                    </p:txBody>
                  </p:sp>
                </p:grpSp>
                <p:grpSp>
                  <p:nvGrpSpPr>
                    <p:cNvPr id="132" name="Grouper 102">
                      <a:extLst>
                        <a:ext uri="{FF2B5EF4-FFF2-40B4-BE49-F238E27FC236}">
                          <a16:creationId xmlns:a16="http://schemas.microsoft.com/office/drawing/2014/main" xmlns="" id="{4CCE8EF6-BF19-420A-B0D8-41663C2AE5E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467995"/>
                      <a:ext cx="337820" cy="582295"/>
                      <a:chOff x="0" y="0"/>
                      <a:chExt cx="337820" cy="582295"/>
                    </a:xfrm>
                  </p:grpSpPr>
                  <p:cxnSp>
                    <p:nvCxnSpPr>
                      <p:cNvPr id="137" name="Connecteur droit 136">
                        <a:extLst>
                          <a:ext uri="{FF2B5EF4-FFF2-40B4-BE49-F238E27FC236}">
                            <a16:creationId xmlns:a16="http://schemas.microsoft.com/office/drawing/2014/main" xmlns="" id="{92A0B8DE-D813-4A2C-9ED1-32AC6B132ED0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0" y="582295"/>
                        <a:ext cx="328295" cy="0"/>
                      </a:xfrm>
                      <a:prstGeom prst="line">
                        <a:avLst/>
                      </a:prstGeom>
                      <a:ln w="1270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8" name="Connecteur droit 137">
                        <a:extLst>
                          <a:ext uri="{FF2B5EF4-FFF2-40B4-BE49-F238E27FC236}">
                            <a16:creationId xmlns:a16="http://schemas.microsoft.com/office/drawing/2014/main" xmlns="" id="{8CD16D4B-4673-4751-8DC0-8FB92352A72D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0" y="0"/>
                        <a:ext cx="0" cy="582295"/>
                      </a:xfrm>
                      <a:prstGeom prst="line">
                        <a:avLst/>
                      </a:prstGeom>
                      <a:ln w="1270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9" name="Connecteur droit 138">
                        <a:extLst>
                          <a:ext uri="{FF2B5EF4-FFF2-40B4-BE49-F238E27FC236}">
                            <a16:creationId xmlns:a16="http://schemas.microsoft.com/office/drawing/2014/main" xmlns="" id="{FCE3DD67-EE09-461D-8DC4-D6D11B8C7CAE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0" y="0"/>
                        <a:ext cx="337820" cy="0"/>
                      </a:xfrm>
                      <a:prstGeom prst="line">
                        <a:avLst/>
                      </a:prstGeom>
                      <a:ln w="1270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33" name="Grouper 103">
                      <a:extLst>
                        <a:ext uri="{FF2B5EF4-FFF2-40B4-BE49-F238E27FC236}">
                          <a16:creationId xmlns:a16="http://schemas.microsoft.com/office/drawing/2014/main" xmlns="" id="{A829BB8F-F735-4C0A-BB81-9A8FFD67C555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1004570" y="467995"/>
                      <a:ext cx="337820" cy="582295"/>
                      <a:chOff x="0" y="0"/>
                      <a:chExt cx="337820" cy="582295"/>
                    </a:xfrm>
                  </p:grpSpPr>
                  <p:cxnSp>
                    <p:nvCxnSpPr>
                      <p:cNvPr id="134" name="Connecteur droit 133">
                        <a:extLst>
                          <a:ext uri="{FF2B5EF4-FFF2-40B4-BE49-F238E27FC236}">
                            <a16:creationId xmlns:a16="http://schemas.microsoft.com/office/drawing/2014/main" xmlns="" id="{D09637EE-3B23-41B7-A68E-CE98029B5D76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0" y="582295"/>
                        <a:ext cx="328295" cy="0"/>
                      </a:xfrm>
                      <a:prstGeom prst="line">
                        <a:avLst/>
                      </a:prstGeom>
                      <a:ln w="1270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5" name="Connecteur droit 134">
                        <a:extLst>
                          <a:ext uri="{FF2B5EF4-FFF2-40B4-BE49-F238E27FC236}">
                            <a16:creationId xmlns:a16="http://schemas.microsoft.com/office/drawing/2014/main" xmlns="" id="{12060912-4B45-4430-977F-1B13C3EBC046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0" y="0"/>
                        <a:ext cx="0" cy="582295"/>
                      </a:xfrm>
                      <a:prstGeom prst="line">
                        <a:avLst/>
                      </a:prstGeom>
                      <a:ln w="1270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6" name="Connecteur droit 135">
                        <a:extLst>
                          <a:ext uri="{FF2B5EF4-FFF2-40B4-BE49-F238E27FC236}">
                            <a16:creationId xmlns:a16="http://schemas.microsoft.com/office/drawing/2014/main" xmlns="" id="{FCF20DBE-A5EE-4ADB-BC10-A0D3114964C1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0" y="0"/>
                        <a:ext cx="337820" cy="0"/>
                      </a:xfrm>
                      <a:prstGeom prst="line">
                        <a:avLst/>
                      </a:prstGeom>
                      <a:ln w="1270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105" name="Grouper 75">
                    <a:extLst>
                      <a:ext uri="{FF2B5EF4-FFF2-40B4-BE49-F238E27FC236}">
                        <a16:creationId xmlns:a16="http://schemas.microsoft.com/office/drawing/2014/main" xmlns="" id="{14779AC1-0BD2-4818-9486-CAD7836723D1}"/>
                      </a:ext>
                    </a:extLst>
                  </p:cNvPr>
                  <p:cNvGrpSpPr/>
                  <p:nvPr/>
                </p:nvGrpSpPr>
                <p:grpSpPr>
                  <a:xfrm>
                    <a:off x="122555" y="1795145"/>
                    <a:ext cx="304484" cy="343534"/>
                    <a:chOff x="0" y="0"/>
                    <a:chExt cx="405553" cy="454660"/>
                  </a:xfrm>
                </p:grpSpPr>
                <p:grpSp>
                  <p:nvGrpSpPr>
                    <p:cNvPr id="119" name="Grouper 89">
                      <a:extLst>
                        <a:ext uri="{FF2B5EF4-FFF2-40B4-BE49-F238E27FC236}">
                          <a16:creationId xmlns:a16="http://schemas.microsoft.com/office/drawing/2014/main" xmlns="" id="{59F17BED-81D3-4112-8CAC-3C9CDD15CBA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0"/>
                      <a:ext cx="100753" cy="149860"/>
                      <a:chOff x="0" y="0"/>
                      <a:chExt cx="203200" cy="292100"/>
                    </a:xfrm>
                  </p:grpSpPr>
                  <p:cxnSp>
                    <p:nvCxnSpPr>
                      <p:cNvPr id="129" name="Connecteur droit 128">
                        <a:extLst>
                          <a:ext uri="{FF2B5EF4-FFF2-40B4-BE49-F238E27FC236}">
                            <a16:creationId xmlns:a16="http://schemas.microsoft.com/office/drawing/2014/main" xmlns="" id="{61266DFB-245C-47B7-A420-001D7B5C6040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 flipV="1">
                        <a:off x="0" y="0"/>
                        <a:ext cx="203200" cy="255270"/>
                      </a:xfrm>
                      <a:prstGeom prst="line">
                        <a:avLst/>
                      </a:prstGeom>
                      <a:ln w="12700" cmpd="sng">
                        <a:solidFill>
                          <a:srgbClr val="000000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0" name="Connecteur droit 129">
                        <a:extLst>
                          <a:ext uri="{FF2B5EF4-FFF2-40B4-BE49-F238E27FC236}">
                            <a16:creationId xmlns:a16="http://schemas.microsoft.com/office/drawing/2014/main" xmlns="" id="{4AD4D73E-39E4-4B03-8941-F2A8147C6A00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7620" y="0"/>
                        <a:ext cx="195580" cy="292100"/>
                      </a:xfrm>
                      <a:prstGeom prst="line">
                        <a:avLst/>
                      </a:prstGeom>
                      <a:ln w="12700" cmpd="sng">
                        <a:solidFill>
                          <a:srgbClr val="000000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20" name="Grouper 90">
                      <a:extLst>
                        <a:ext uri="{FF2B5EF4-FFF2-40B4-BE49-F238E27FC236}">
                          <a16:creationId xmlns:a16="http://schemas.microsoft.com/office/drawing/2014/main" xmlns="" id="{2EFBF9FF-556B-4A3B-B3DE-577A06DDFFF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2400" y="152400"/>
                      <a:ext cx="100753" cy="149860"/>
                      <a:chOff x="0" y="0"/>
                      <a:chExt cx="203200" cy="292100"/>
                    </a:xfrm>
                  </p:grpSpPr>
                  <p:cxnSp>
                    <p:nvCxnSpPr>
                      <p:cNvPr id="127" name="Connecteur droit 126">
                        <a:extLst>
                          <a:ext uri="{FF2B5EF4-FFF2-40B4-BE49-F238E27FC236}">
                            <a16:creationId xmlns:a16="http://schemas.microsoft.com/office/drawing/2014/main" xmlns="" id="{A590F819-BC75-4093-9C2C-162C6D8F4933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 flipV="1">
                        <a:off x="0" y="0"/>
                        <a:ext cx="203200" cy="255270"/>
                      </a:xfrm>
                      <a:prstGeom prst="line">
                        <a:avLst/>
                      </a:prstGeom>
                      <a:ln w="12700" cmpd="sng">
                        <a:solidFill>
                          <a:srgbClr val="000000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8" name="Connecteur droit 127">
                        <a:extLst>
                          <a:ext uri="{FF2B5EF4-FFF2-40B4-BE49-F238E27FC236}">
                            <a16:creationId xmlns:a16="http://schemas.microsoft.com/office/drawing/2014/main" xmlns="" id="{8A3A1EAB-34C1-43A8-A10C-E2506AB4A217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7620" y="0"/>
                        <a:ext cx="195580" cy="292100"/>
                      </a:xfrm>
                      <a:prstGeom prst="line">
                        <a:avLst/>
                      </a:prstGeom>
                      <a:ln w="12700" cmpd="sng">
                        <a:solidFill>
                          <a:srgbClr val="000000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21" name="Grouper 91">
                      <a:extLst>
                        <a:ext uri="{FF2B5EF4-FFF2-40B4-BE49-F238E27FC236}">
                          <a16:creationId xmlns:a16="http://schemas.microsoft.com/office/drawing/2014/main" xmlns="" id="{76379714-0A0B-4884-9EA7-6B80FE8F0E8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04800" y="304800"/>
                      <a:ext cx="100753" cy="149860"/>
                      <a:chOff x="0" y="0"/>
                      <a:chExt cx="203200" cy="292100"/>
                    </a:xfrm>
                  </p:grpSpPr>
                  <p:cxnSp>
                    <p:nvCxnSpPr>
                      <p:cNvPr id="125" name="Connecteur droit 124">
                        <a:extLst>
                          <a:ext uri="{FF2B5EF4-FFF2-40B4-BE49-F238E27FC236}">
                            <a16:creationId xmlns:a16="http://schemas.microsoft.com/office/drawing/2014/main" xmlns="" id="{B6E59CD9-BFCF-4AF0-933C-9C39FB0858B4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 flipV="1">
                        <a:off x="0" y="0"/>
                        <a:ext cx="203200" cy="255270"/>
                      </a:xfrm>
                      <a:prstGeom prst="line">
                        <a:avLst/>
                      </a:prstGeom>
                      <a:ln w="12700" cmpd="sng">
                        <a:solidFill>
                          <a:srgbClr val="000000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6" name="Connecteur droit 125">
                        <a:extLst>
                          <a:ext uri="{FF2B5EF4-FFF2-40B4-BE49-F238E27FC236}">
                            <a16:creationId xmlns:a16="http://schemas.microsoft.com/office/drawing/2014/main" xmlns="" id="{DE0EA03A-CAD8-40B0-B42F-ADC0AF6678C3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7620" y="0"/>
                        <a:ext cx="195580" cy="292100"/>
                      </a:xfrm>
                      <a:prstGeom prst="line">
                        <a:avLst/>
                      </a:prstGeom>
                      <a:ln w="12700" cmpd="sng">
                        <a:solidFill>
                          <a:srgbClr val="000000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22" name="Grouper 92">
                      <a:extLst>
                        <a:ext uri="{FF2B5EF4-FFF2-40B4-BE49-F238E27FC236}">
                          <a16:creationId xmlns:a16="http://schemas.microsoft.com/office/drawing/2014/main" xmlns="" id="{3E11037A-FAEA-42A7-ADE3-BF6CD1F3DBA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294640"/>
                      <a:ext cx="100753" cy="149860"/>
                      <a:chOff x="0" y="0"/>
                      <a:chExt cx="203200" cy="292100"/>
                    </a:xfrm>
                  </p:grpSpPr>
                  <p:cxnSp>
                    <p:nvCxnSpPr>
                      <p:cNvPr id="123" name="Connecteur droit 122">
                        <a:extLst>
                          <a:ext uri="{FF2B5EF4-FFF2-40B4-BE49-F238E27FC236}">
                            <a16:creationId xmlns:a16="http://schemas.microsoft.com/office/drawing/2014/main" xmlns="" id="{D2C542E9-7362-4B4E-B064-D2093E0ACA91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 flipV="1">
                        <a:off x="0" y="0"/>
                        <a:ext cx="203200" cy="255270"/>
                      </a:xfrm>
                      <a:prstGeom prst="line">
                        <a:avLst/>
                      </a:prstGeom>
                      <a:ln w="12700" cmpd="sng">
                        <a:solidFill>
                          <a:srgbClr val="000000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4" name="Connecteur droit 123">
                        <a:extLst>
                          <a:ext uri="{FF2B5EF4-FFF2-40B4-BE49-F238E27FC236}">
                            <a16:creationId xmlns:a16="http://schemas.microsoft.com/office/drawing/2014/main" xmlns="" id="{E274553D-9732-47B5-85B1-24D07B50EC84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7620" y="0"/>
                        <a:ext cx="195580" cy="292100"/>
                      </a:xfrm>
                      <a:prstGeom prst="line">
                        <a:avLst/>
                      </a:prstGeom>
                      <a:ln w="12700" cmpd="sng">
                        <a:solidFill>
                          <a:srgbClr val="000000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106" name="Grouper 76">
                    <a:extLst>
                      <a:ext uri="{FF2B5EF4-FFF2-40B4-BE49-F238E27FC236}">
                        <a16:creationId xmlns:a16="http://schemas.microsoft.com/office/drawing/2014/main" xmlns="" id="{D1B10E12-B81B-4445-A20F-00CA2F811BB0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1228088" y="1795145"/>
                    <a:ext cx="304484" cy="343534"/>
                    <a:chOff x="0" y="0"/>
                    <a:chExt cx="405553" cy="454660"/>
                  </a:xfrm>
                </p:grpSpPr>
                <p:grpSp>
                  <p:nvGrpSpPr>
                    <p:cNvPr id="107" name="Grouper 77">
                      <a:extLst>
                        <a:ext uri="{FF2B5EF4-FFF2-40B4-BE49-F238E27FC236}">
                          <a16:creationId xmlns:a16="http://schemas.microsoft.com/office/drawing/2014/main" xmlns="" id="{35C9DA97-96FC-4C91-A97C-D54E7054D44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0"/>
                      <a:ext cx="100753" cy="149860"/>
                      <a:chOff x="0" y="0"/>
                      <a:chExt cx="203200" cy="292100"/>
                    </a:xfrm>
                  </p:grpSpPr>
                  <p:cxnSp>
                    <p:nvCxnSpPr>
                      <p:cNvPr id="117" name="Connecteur droit 116">
                        <a:extLst>
                          <a:ext uri="{FF2B5EF4-FFF2-40B4-BE49-F238E27FC236}">
                            <a16:creationId xmlns:a16="http://schemas.microsoft.com/office/drawing/2014/main" xmlns="" id="{03F4D03E-2D04-4738-977F-8336A555554F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 flipV="1">
                        <a:off x="0" y="0"/>
                        <a:ext cx="203200" cy="255270"/>
                      </a:xfrm>
                      <a:prstGeom prst="line">
                        <a:avLst/>
                      </a:prstGeom>
                      <a:ln w="12700" cmpd="sng">
                        <a:solidFill>
                          <a:srgbClr val="000000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8" name="Connecteur droit 117">
                        <a:extLst>
                          <a:ext uri="{FF2B5EF4-FFF2-40B4-BE49-F238E27FC236}">
                            <a16:creationId xmlns:a16="http://schemas.microsoft.com/office/drawing/2014/main" xmlns="" id="{32BB1004-091B-416E-B3E0-5F07ABCCD168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7620" y="0"/>
                        <a:ext cx="195580" cy="292100"/>
                      </a:xfrm>
                      <a:prstGeom prst="line">
                        <a:avLst/>
                      </a:prstGeom>
                      <a:ln w="12700" cmpd="sng">
                        <a:solidFill>
                          <a:srgbClr val="000000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08" name="Grouper 78">
                      <a:extLst>
                        <a:ext uri="{FF2B5EF4-FFF2-40B4-BE49-F238E27FC236}">
                          <a16:creationId xmlns:a16="http://schemas.microsoft.com/office/drawing/2014/main" xmlns="" id="{B524D20F-1C6E-4C2F-92B0-2260EA7F642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2400" y="152400"/>
                      <a:ext cx="100753" cy="149860"/>
                      <a:chOff x="0" y="0"/>
                      <a:chExt cx="203200" cy="292100"/>
                    </a:xfrm>
                  </p:grpSpPr>
                  <p:cxnSp>
                    <p:nvCxnSpPr>
                      <p:cNvPr id="115" name="Connecteur droit 114">
                        <a:extLst>
                          <a:ext uri="{FF2B5EF4-FFF2-40B4-BE49-F238E27FC236}">
                            <a16:creationId xmlns:a16="http://schemas.microsoft.com/office/drawing/2014/main" xmlns="" id="{A580213E-77FA-4AB0-BDB9-0E1B932C3E76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 flipV="1">
                        <a:off x="0" y="0"/>
                        <a:ext cx="203200" cy="255270"/>
                      </a:xfrm>
                      <a:prstGeom prst="line">
                        <a:avLst/>
                      </a:prstGeom>
                      <a:ln w="12700" cmpd="sng">
                        <a:solidFill>
                          <a:srgbClr val="000000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6" name="Connecteur droit 115">
                        <a:extLst>
                          <a:ext uri="{FF2B5EF4-FFF2-40B4-BE49-F238E27FC236}">
                            <a16:creationId xmlns:a16="http://schemas.microsoft.com/office/drawing/2014/main" xmlns="" id="{9E37B82B-E9C3-4028-840F-B31EF05F1F67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7620" y="0"/>
                        <a:ext cx="195580" cy="292100"/>
                      </a:xfrm>
                      <a:prstGeom prst="line">
                        <a:avLst/>
                      </a:prstGeom>
                      <a:ln w="12700" cmpd="sng">
                        <a:solidFill>
                          <a:srgbClr val="000000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09" name="Grouper 79">
                      <a:extLst>
                        <a:ext uri="{FF2B5EF4-FFF2-40B4-BE49-F238E27FC236}">
                          <a16:creationId xmlns:a16="http://schemas.microsoft.com/office/drawing/2014/main" xmlns="" id="{8FC87008-E957-4415-981A-F8DC3715D44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04800" y="304800"/>
                      <a:ext cx="100753" cy="149860"/>
                      <a:chOff x="0" y="0"/>
                      <a:chExt cx="203200" cy="292100"/>
                    </a:xfrm>
                  </p:grpSpPr>
                  <p:cxnSp>
                    <p:nvCxnSpPr>
                      <p:cNvPr id="113" name="Connecteur droit 112">
                        <a:extLst>
                          <a:ext uri="{FF2B5EF4-FFF2-40B4-BE49-F238E27FC236}">
                            <a16:creationId xmlns:a16="http://schemas.microsoft.com/office/drawing/2014/main" xmlns="" id="{80DBC044-E1A4-4472-8F35-E28D659857E4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 flipV="1">
                        <a:off x="0" y="0"/>
                        <a:ext cx="203200" cy="255270"/>
                      </a:xfrm>
                      <a:prstGeom prst="line">
                        <a:avLst/>
                      </a:prstGeom>
                      <a:ln w="12700" cmpd="sng">
                        <a:solidFill>
                          <a:srgbClr val="000000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4" name="Connecteur droit 113">
                        <a:extLst>
                          <a:ext uri="{FF2B5EF4-FFF2-40B4-BE49-F238E27FC236}">
                            <a16:creationId xmlns:a16="http://schemas.microsoft.com/office/drawing/2014/main" xmlns="" id="{97F5C393-9A24-4B23-974E-C8792C5294DB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7620" y="0"/>
                        <a:ext cx="195580" cy="292100"/>
                      </a:xfrm>
                      <a:prstGeom prst="line">
                        <a:avLst/>
                      </a:prstGeom>
                      <a:ln w="12700" cmpd="sng">
                        <a:solidFill>
                          <a:srgbClr val="000000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10" name="Grouper 80">
                      <a:extLst>
                        <a:ext uri="{FF2B5EF4-FFF2-40B4-BE49-F238E27FC236}">
                          <a16:creationId xmlns:a16="http://schemas.microsoft.com/office/drawing/2014/main" xmlns="" id="{49E0ACE0-E40A-451B-9F8D-A697B0CBAFD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294640"/>
                      <a:ext cx="100753" cy="149860"/>
                      <a:chOff x="0" y="0"/>
                      <a:chExt cx="203200" cy="292100"/>
                    </a:xfrm>
                  </p:grpSpPr>
                  <p:cxnSp>
                    <p:nvCxnSpPr>
                      <p:cNvPr id="111" name="Connecteur droit 110">
                        <a:extLst>
                          <a:ext uri="{FF2B5EF4-FFF2-40B4-BE49-F238E27FC236}">
                            <a16:creationId xmlns:a16="http://schemas.microsoft.com/office/drawing/2014/main" xmlns="" id="{08D51EE8-4FED-4500-9938-B7D32F8A7B9C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 flipV="1">
                        <a:off x="0" y="0"/>
                        <a:ext cx="203200" cy="255270"/>
                      </a:xfrm>
                      <a:prstGeom prst="line">
                        <a:avLst/>
                      </a:prstGeom>
                      <a:ln w="12700" cmpd="sng">
                        <a:solidFill>
                          <a:srgbClr val="000000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2" name="Connecteur droit 111">
                        <a:extLst>
                          <a:ext uri="{FF2B5EF4-FFF2-40B4-BE49-F238E27FC236}">
                            <a16:creationId xmlns:a16="http://schemas.microsoft.com/office/drawing/2014/main" xmlns="" id="{719DD728-0F3F-4B92-93B3-A88297CE3053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7620" y="0"/>
                        <a:ext cx="195580" cy="292100"/>
                      </a:xfrm>
                      <a:prstGeom prst="line">
                        <a:avLst/>
                      </a:prstGeom>
                      <a:ln w="12700" cmpd="sng">
                        <a:solidFill>
                          <a:srgbClr val="000000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</p:grpSp>
            <p:sp>
              <p:nvSpPr>
                <p:cNvPr id="100" name="Rectangle à coins arrondis 70">
                  <a:extLst>
                    <a:ext uri="{FF2B5EF4-FFF2-40B4-BE49-F238E27FC236}">
                      <a16:creationId xmlns:a16="http://schemas.microsoft.com/office/drawing/2014/main" xmlns="" id="{52C5C0F5-A448-4B7C-B4C4-13CE18835C48}"/>
                    </a:ext>
                  </a:extLst>
                </p:cNvPr>
                <p:cNvSpPr/>
                <p:nvPr/>
              </p:nvSpPr>
              <p:spPr>
                <a:xfrm>
                  <a:off x="704215" y="2146300"/>
                  <a:ext cx="228600" cy="45085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  <p:sp>
            <p:nvSpPr>
              <p:cNvPr id="87" name="ZoneTexte 86">
                <a:extLst>
                  <a:ext uri="{FF2B5EF4-FFF2-40B4-BE49-F238E27FC236}">
                    <a16:creationId xmlns:a16="http://schemas.microsoft.com/office/drawing/2014/main" xmlns="" id="{C73E79D9-F7CB-4CA6-B693-318679DA957B}"/>
                  </a:ext>
                </a:extLst>
              </p:cNvPr>
              <p:cNvSpPr txBox="1"/>
              <p:nvPr/>
            </p:nvSpPr>
            <p:spPr>
              <a:xfrm>
                <a:off x="6684620" y="4056732"/>
                <a:ext cx="242006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dirty="0"/>
                  <a:t>Cristallisoir rempli </a:t>
                </a:r>
              </a:p>
              <a:p>
                <a:r>
                  <a:rPr lang="fr-FR" dirty="0"/>
                  <a:t>d’un mélange eau-glace</a:t>
                </a:r>
              </a:p>
            </p:txBody>
          </p:sp>
          <p:sp>
            <p:nvSpPr>
              <p:cNvPr id="88" name="ZoneTexte 87">
                <a:extLst>
                  <a:ext uri="{FF2B5EF4-FFF2-40B4-BE49-F238E27FC236}">
                    <a16:creationId xmlns:a16="http://schemas.microsoft.com/office/drawing/2014/main" xmlns="" id="{A6943F6C-1DDA-4C49-8AF7-6889D69551BB}"/>
                  </a:ext>
                </a:extLst>
              </p:cNvPr>
              <p:cNvSpPr txBox="1"/>
              <p:nvPr/>
            </p:nvSpPr>
            <p:spPr>
              <a:xfrm>
                <a:off x="-393930" y="4863932"/>
                <a:ext cx="22413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Agitateur magnétique</a:t>
                </a:r>
              </a:p>
            </p:txBody>
          </p:sp>
          <p:sp>
            <p:nvSpPr>
              <p:cNvPr id="89" name="ZoneTexte 88">
                <a:extLst>
                  <a:ext uri="{FF2B5EF4-FFF2-40B4-BE49-F238E27FC236}">
                    <a16:creationId xmlns:a16="http://schemas.microsoft.com/office/drawing/2014/main" xmlns="" id="{BBB6D1E9-E325-4AA2-AD71-9D4D8AE98159}"/>
                  </a:ext>
                </a:extLst>
              </p:cNvPr>
              <p:cNvSpPr txBox="1"/>
              <p:nvPr/>
            </p:nvSpPr>
            <p:spPr>
              <a:xfrm>
                <a:off x="940486" y="3245362"/>
                <a:ext cx="173613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dirty="0"/>
                  <a:t>Solution de </a:t>
                </a:r>
                <a:r>
                  <a:rPr lang="fr-FR" dirty="0" err="1"/>
                  <a:t>NaCl</a:t>
                </a:r>
                <a:endParaRPr lang="fr-FR" dirty="0"/>
              </a:p>
              <a:p>
                <a:r>
                  <a:rPr lang="fr-FR" dirty="0"/>
                  <a:t>à 5 mol.L</a:t>
                </a:r>
                <a:r>
                  <a:rPr lang="fr-FR" baseline="30000" dirty="0"/>
                  <a:t>-1</a:t>
                </a:r>
              </a:p>
            </p:txBody>
          </p:sp>
          <p:sp>
            <p:nvSpPr>
              <p:cNvPr id="90" name="Flèche vers la droite 129">
                <a:extLst>
                  <a:ext uri="{FF2B5EF4-FFF2-40B4-BE49-F238E27FC236}">
                    <a16:creationId xmlns:a16="http://schemas.microsoft.com/office/drawing/2014/main" xmlns="" id="{CB141434-7655-4B7F-849B-8052173BBC97}"/>
                  </a:ext>
                </a:extLst>
              </p:cNvPr>
              <p:cNvSpPr/>
              <p:nvPr/>
            </p:nvSpPr>
            <p:spPr>
              <a:xfrm rot="489713">
                <a:off x="2709294" y="3611080"/>
                <a:ext cx="1270926" cy="104915"/>
              </a:xfrm>
              <a:prstGeom prst="rightArrow">
                <a:avLst>
                  <a:gd name="adj1" fmla="val 16667"/>
                  <a:gd name="adj2" fmla="val 58333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91" name="Flèche vers la droite 130">
                <a:extLst>
                  <a:ext uri="{FF2B5EF4-FFF2-40B4-BE49-F238E27FC236}">
                    <a16:creationId xmlns:a16="http://schemas.microsoft.com/office/drawing/2014/main" xmlns="" id="{62A9950E-7371-4A89-9A38-9E7265D3BBAE}"/>
                  </a:ext>
                </a:extLst>
              </p:cNvPr>
              <p:cNvSpPr/>
              <p:nvPr/>
            </p:nvSpPr>
            <p:spPr>
              <a:xfrm>
                <a:off x="2676621" y="5103002"/>
                <a:ext cx="912233" cy="114300"/>
              </a:xfrm>
              <a:prstGeom prst="rightArrow">
                <a:avLst>
                  <a:gd name="adj1" fmla="val 16667"/>
                  <a:gd name="adj2" fmla="val 58333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92" name="Flèche vers la droite 131">
                <a:extLst>
                  <a:ext uri="{FF2B5EF4-FFF2-40B4-BE49-F238E27FC236}">
                    <a16:creationId xmlns:a16="http://schemas.microsoft.com/office/drawing/2014/main" xmlns="" id="{D9192FA1-4792-4A52-9F83-D877D0D02BA4}"/>
                  </a:ext>
                </a:extLst>
              </p:cNvPr>
              <p:cNvSpPr/>
              <p:nvPr/>
            </p:nvSpPr>
            <p:spPr>
              <a:xfrm rot="10800000">
                <a:off x="5760194" y="4313744"/>
                <a:ext cx="831106" cy="114300"/>
              </a:xfrm>
              <a:prstGeom prst="rightArrow">
                <a:avLst>
                  <a:gd name="adj1" fmla="val 16667"/>
                  <a:gd name="adj2" fmla="val 58333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93" name="Flèche vers la droite 132">
                <a:extLst>
                  <a:ext uri="{FF2B5EF4-FFF2-40B4-BE49-F238E27FC236}">
                    <a16:creationId xmlns:a16="http://schemas.microsoft.com/office/drawing/2014/main" xmlns="" id="{FE315DD6-1BA7-45B4-9482-8495ECDBF4BD}"/>
                  </a:ext>
                </a:extLst>
              </p:cNvPr>
              <p:cNvSpPr/>
              <p:nvPr/>
            </p:nvSpPr>
            <p:spPr>
              <a:xfrm rot="10103157">
                <a:off x="5023431" y="2931697"/>
                <a:ext cx="1820167" cy="131797"/>
              </a:xfrm>
              <a:prstGeom prst="rightArrow">
                <a:avLst>
                  <a:gd name="adj1" fmla="val 16667"/>
                  <a:gd name="adj2" fmla="val 58333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94" name="ZoneTexte 93">
                <a:extLst>
                  <a:ext uri="{FF2B5EF4-FFF2-40B4-BE49-F238E27FC236}">
                    <a16:creationId xmlns:a16="http://schemas.microsoft.com/office/drawing/2014/main" xmlns="" id="{7369C781-0821-4B07-95D8-22CB4DA2B845}"/>
                  </a:ext>
                </a:extLst>
              </p:cNvPr>
              <p:cNvSpPr txBox="1"/>
              <p:nvPr/>
            </p:nvSpPr>
            <p:spPr>
              <a:xfrm>
                <a:off x="6838234" y="2561527"/>
                <a:ext cx="126038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>
                    <a:solidFill>
                      <a:srgbClr val="C00000"/>
                    </a:solidFill>
                  </a:rPr>
                  <a:t>Anode</a:t>
                </a:r>
                <a:r>
                  <a:rPr lang="fr-FR" dirty="0"/>
                  <a:t> </a:t>
                </a:r>
              </a:p>
              <a:p>
                <a:r>
                  <a:rPr lang="fr-FR" dirty="0"/>
                  <a:t>en graphite</a:t>
                </a:r>
              </a:p>
            </p:txBody>
          </p:sp>
          <p:sp>
            <p:nvSpPr>
              <p:cNvPr id="95" name="Flèche vers la droite 134">
                <a:extLst>
                  <a:ext uri="{FF2B5EF4-FFF2-40B4-BE49-F238E27FC236}">
                    <a16:creationId xmlns:a16="http://schemas.microsoft.com/office/drawing/2014/main" xmlns="" id="{77A1B6E4-BCF4-476F-AE95-32612E4CD11E}"/>
                  </a:ext>
                </a:extLst>
              </p:cNvPr>
              <p:cNvSpPr/>
              <p:nvPr/>
            </p:nvSpPr>
            <p:spPr>
              <a:xfrm rot="579948">
                <a:off x="2154856" y="2928460"/>
                <a:ext cx="1820167" cy="131797"/>
              </a:xfrm>
              <a:prstGeom prst="rightArrow">
                <a:avLst>
                  <a:gd name="adj1" fmla="val 16667"/>
                  <a:gd name="adj2" fmla="val 58333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96" name="ZoneTexte 95">
                <a:extLst>
                  <a:ext uri="{FF2B5EF4-FFF2-40B4-BE49-F238E27FC236}">
                    <a16:creationId xmlns:a16="http://schemas.microsoft.com/office/drawing/2014/main" xmlns="" id="{E13EF6AC-ABBA-4FDB-852C-5186374CA2A9}"/>
                  </a:ext>
                </a:extLst>
              </p:cNvPr>
              <p:cNvSpPr txBox="1"/>
              <p:nvPr/>
            </p:nvSpPr>
            <p:spPr>
              <a:xfrm>
                <a:off x="1168437" y="2339142"/>
                <a:ext cx="1353900" cy="8302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>
                    <a:solidFill>
                      <a:srgbClr val="00B050"/>
                    </a:solidFill>
                  </a:rPr>
                  <a:t>Cathode</a:t>
                </a:r>
              </a:p>
              <a:p>
                <a:r>
                  <a:rPr lang="fr-FR" dirty="0"/>
                  <a:t>en fer</a:t>
                </a:r>
              </a:p>
            </p:txBody>
          </p:sp>
          <p:sp>
            <p:nvSpPr>
              <p:cNvPr id="97" name="ZoneTexte 96">
                <a:extLst>
                  <a:ext uri="{FF2B5EF4-FFF2-40B4-BE49-F238E27FC236}">
                    <a16:creationId xmlns:a16="http://schemas.microsoft.com/office/drawing/2014/main" xmlns="" id="{E97F1557-177F-408E-89AA-D845B8E5EAEC}"/>
                  </a:ext>
                </a:extLst>
              </p:cNvPr>
              <p:cNvSpPr txBox="1"/>
              <p:nvPr/>
            </p:nvSpPr>
            <p:spPr>
              <a:xfrm>
                <a:off x="5575099" y="2024348"/>
                <a:ext cx="3701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e-</a:t>
                </a:r>
              </a:p>
            </p:txBody>
          </p:sp>
          <p:sp>
            <p:nvSpPr>
              <p:cNvPr id="98" name="Flèche vers la droite 137">
                <a:extLst>
                  <a:ext uri="{FF2B5EF4-FFF2-40B4-BE49-F238E27FC236}">
                    <a16:creationId xmlns:a16="http://schemas.microsoft.com/office/drawing/2014/main" xmlns="" id="{D70EFA43-7165-4054-9F88-A27A0B80E12B}"/>
                  </a:ext>
                </a:extLst>
              </p:cNvPr>
              <p:cNvSpPr/>
              <p:nvPr/>
            </p:nvSpPr>
            <p:spPr>
              <a:xfrm rot="16200000">
                <a:off x="5446116" y="2108564"/>
                <a:ext cx="217767" cy="183934"/>
              </a:xfrm>
              <a:prstGeom prst="rightArrow">
                <a:avLst>
                  <a:gd name="adj1" fmla="val 16667"/>
                  <a:gd name="adj2" fmla="val 58333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ZoneTexte 83">
                  <a:extLst>
                    <a:ext uri="{FF2B5EF4-FFF2-40B4-BE49-F238E27FC236}">
                      <a16:creationId xmlns:a16="http://schemas.microsoft.com/office/drawing/2014/main" xmlns="" id="{EE7D0DC8-AB0A-40F1-AB54-3ED50D7854ED}"/>
                    </a:ext>
                  </a:extLst>
                </p:cNvPr>
                <p:cNvSpPr txBox="1"/>
                <p:nvPr/>
              </p:nvSpPr>
              <p:spPr>
                <a:xfrm>
                  <a:off x="7601824" y="1540133"/>
                  <a:ext cx="4555036" cy="434912"/>
                </a:xfrm>
                <a:prstGeom prst="rect">
                  <a:avLst/>
                </a:prstGeom>
                <a:ln w="28575">
                  <a:solidFill>
                    <a:srgbClr val="C00000"/>
                  </a:solidFill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6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2 </m:t>
                        </m:r>
                        <m:r>
                          <m:rPr>
                            <m:sty m:val="p"/>
                          </m:rPr>
                          <a:rPr lang="fr-FR" sz="16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C</m:t>
                        </m:r>
                        <m:sSup>
                          <m:sSupPr>
                            <m:ctrlPr>
                              <a:rPr lang="fr-FR" sz="1600" b="0" i="1" smtClean="0">
                                <a:latin typeface="Cambria Math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 sz="16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l</m:t>
                            </m:r>
                          </m:e>
                          <m:sup>
                            <m:r>
                              <a:rPr lang="fr-FR" sz="16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</m:sup>
                        </m:sSup>
                        <m:d>
                          <m:dPr>
                            <m:ctrlPr>
                              <a:rPr lang="fr-FR" sz="1600" b="0" i="1" smtClean="0">
                                <a:latin typeface="Cambria Math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fr-FR" sz="16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aq</m:t>
                            </m:r>
                          </m:e>
                        </m:d>
                        <m:r>
                          <a:rPr lang="fr-FR" sz="16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fr-FR" sz="16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C</m:t>
                        </m:r>
                        <m:sSub>
                          <m:sSubPr>
                            <m:ctrlPr>
                              <a:rPr lang="fr-FR" sz="1600" b="0" i="1" smtClean="0">
                                <a:latin typeface="Cambria Math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16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l</m:t>
                            </m:r>
                          </m:e>
                          <m:sub>
                            <m:r>
                              <a:rPr lang="fr-FR" sz="16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fr-FR" sz="1600" b="0" i="1" smtClean="0">
                                <a:latin typeface="Cambria Math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fr-FR" sz="16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aq</m:t>
                            </m:r>
                          </m:e>
                        </m:d>
                        <m:r>
                          <a:rPr lang="fr-FR" sz="16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+2</m:t>
                        </m:r>
                        <m:sSup>
                          <m:sSupPr>
                            <m:ctrlPr>
                              <a:rPr lang="fr-FR" sz="1600" b="0" i="1" smtClean="0">
                                <a:latin typeface="Cambria Math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 sz="16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e</m:t>
                            </m:r>
                          </m:e>
                          <m:sup>
                            <m:r>
                              <a:rPr lang="fr-FR" sz="16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</m:sup>
                        </m:sSup>
                      </m:oMath>
                    </m:oMathPara>
                  </a14:m>
                  <a:endParaRPr lang="fr-FR" sz="2200" dirty="0"/>
                </a:p>
              </p:txBody>
            </p:sp>
          </mc:Choice>
          <mc:Fallback xmlns="">
            <p:sp>
              <p:nvSpPr>
                <p:cNvPr id="8" name="ZoneTexte 7">
                  <a:extLst>
                    <a:ext uri="{FF2B5EF4-FFF2-40B4-BE49-F238E27FC236}">
                      <a16:creationId xmlns:a16="http://schemas.microsoft.com/office/drawing/2014/main" id="{1B8AC518-F230-48BF-916E-B58421A858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01824" y="1540133"/>
                  <a:ext cx="4555036" cy="43491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28575"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ZoneTexte 84">
                  <a:extLst>
                    <a:ext uri="{FF2B5EF4-FFF2-40B4-BE49-F238E27FC236}">
                      <a16:creationId xmlns:a16="http://schemas.microsoft.com/office/drawing/2014/main" xmlns="" id="{D59F3E3F-43B9-4360-A1CD-6569D7893793}"/>
                    </a:ext>
                  </a:extLst>
                </p:cNvPr>
                <p:cNvSpPr txBox="1"/>
                <p:nvPr/>
              </p:nvSpPr>
              <p:spPr>
                <a:xfrm>
                  <a:off x="-150033" y="1540133"/>
                  <a:ext cx="5048252" cy="434912"/>
                </a:xfrm>
                <a:prstGeom prst="rect">
                  <a:avLst/>
                </a:prstGeom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6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2 </m:t>
                        </m:r>
                        <m:sSub>
                          <m:sSubPr>
                            <m:ctrlPr>
                              <a:rPr lang="fr-FR" sz="1600" b="0" i="1" smtClean="0">
                                <a:latin typeface="Cambria Math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16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H</m:t>
                            </m:r>
                          </m:e>
                          <m:sub>
                            <m:r>
                              <a:rPr lang="fr-FR" sz="16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fr-FR" sz="16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O</m:t>
                        </m:r>
                        <m:d>
                          <m:dPr>
                            <m:ctrlPr>
                              <a:rPr lang="fr-FR" sz="1600" b="0" i="1" smtClean="0">
                                <a:latin typeface="Cambria Math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fr-FR" sz="16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aq</m:t>
                            </m:r>
                          </m:e>
                        </m:d>
                        <m:r>
                          <a:rPr lang="fr-FR" sz="16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+2</m:t>
                        </m:r>
                        <m:sSup>
                          <m:sSupPr>
                            <m:ctrlPr>
                              <a:rPr lang="fr-FR" sz="1600" b="0" i="1" smtClean="0">
                                <a:latin typeface="Cambria Math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 sz="16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e</m:t>
                            </m:r>
                          </m:e>
                          <m:sup>
                            <m:r>
                              <a:rPr lang="fr-FR" sz="16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</m:sup>
                        </m:sSup>
                        <m:r>
                          <a:rPr lang="fr-FR" sz="16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sSub>
                          <m:sSubPr>
                            <m:ctrlPr>
                              <a:rPr lang="fr-FR" sz="1600" b="0" i="1" smtClean="0">
                                <a:latin typeface="Cambria Math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16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H</m:t>
                            </m:r>
                          </m:e>
                          <m:sub>
                            <m:r>
                              <a:rPr lang="fr-FR" sz="16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fr-FR" sz="1600" b="0" i="1" smtClean="0">
                                <a:latin typeface="Cambria Math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fr-FR" sz="16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g</m:t>
                            </m:r>
                          </m:e>
                        </m:d>
                        <m:r>
                          <a:rPr lang="fr-FR" sz="16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+2 </m:t>
                        </m:r>
                        <m:sSup>
                          <m:sSupPr>
                            <m:ctrlPr>
                              <a:rPr lang="fr-FR" sz="1600" b="0" i="1" smtClean="0">
                                <a:latin typeface="Cambria Math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 sz="16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HO</m:t>
                            </m:r>
                          </m:e>
                          <m:sup>
                            <m:r>
                              <a:rPr lang="fr-FR" sz="16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</m:sup>
                        </m:sSup>
                        <m:r>
                          <a:rPr lang="fr-FR" sz="16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fr-FR" sz="16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aq</m:t>
                        </m:r>
                        <m:r>
                          <a:rPr lang="fr-FR" sz="16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)</m:t>
                        </m:r>
                      </m:oMath>
                    </m:oMathPara>
                  </a14:m>
                  <a:endParaRPr lang="fr-FR" sz="2400" dirty="0"/>
                </a:p>
              </p:txBody>
            </p:sp>
          </mc:Choice>
          <mc:Fallback xmlns="">
            <p:sp>
              <p:nvSpPr>
                <p:cNvPr id="9" name="ZoneTexte 8">
                  <a:extLst>
                    <a:ext uri="{FF2B5EF4-FFF2-40B4-BE49-F238E27FC236}">
                      <a16:creationId xmlns:a16="http://schemas.microsoft.com/office/drawing/2014/main" id="{0761F258-EB23-428C-8E9E-9DA55B11E4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50033" y="1540133"/>
                  <a:ext cx="5048252" cy="434912"/>
                </a:xfrm>
                <a:prstGeom prst="rect">
                  <a:avLst/>
                </a:prstGeom>
                <a:blipFill>
                  <a:blip r:embed="rId3"/>
                  <a:stretch>
                    <a:fillRect b="-5000"/>
                  </a:stretch>
                </a:blipFill>
                <a:ln w="28575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41277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75E2E949-6E2E-40B5-8F21-FF5DD140A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192FBF74-A070-4340-8D46-D2D193DF2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Dosage de l’eau de Javel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xmlns="" id="{8E3D01C2-CBB8-4300-A2B9-8D1ACD25BBF3}"/>
              </a:ext>
            </a:extLst>
          </p:cNvPr>
          <p:cNvSpPr txBox="1"/>
          <p:nvPr/>
        </p:nvSpPr>
        <p:spPr>
          <a:xfrm>
            <a:off x="0" y="806216"/>
            <a:ext cx="22949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u="sng" dirty="0">
                <a:latin typeface="+mj-lt"/>
              </a:rPr>
              <a:t>Titrage indirect :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83BE7F58-C5C2-4985-B054-2E9D00FB7CF9}"/>
              </a:ext>
            </a:extLst>
          </p:cNvPr>
          <p:cNvSpPr/>
          <p:nvPr/>
        </p:nvSpPr>
        <p:spPr>
          <a:xfrm>
            <a:off x="308299" y="1316047"/>
            <a:ext cx="25337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/>
              <a:t>(1) Ajout de KI en excès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xmlns="" id="{790F3E18-535E-4D28-B84F-B60F6EC76592}"/>
                  </a:ext>
                </a:extLst>
              </p:cNvPr>
              <p:cNvSpPr/>
              <p:nvPr/>
            </p:nvSpPr>
            <p:spPr>
              <a:xfrm>
                <a:off x="3490818" y="1168340"/>
                <a:ext cx="470584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2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Cl</m:t>
                    </m:r>
                    <m:sSup>
                      <m:sSupPr>
                        <m:ctrlPr>
                          <a:rPr lang="fr-FR" sz="20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sz="20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p>
                        <m:r>
                          <a:rPr lang="fr-FR" sz="20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d>
                      <m:dPr>
                        <m:ctrlPr>
                          <a:rPr lang="fr-FR" sz="20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fr-FR" sz="20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aq</m:t>
                        </m:r>
                      </m:e>
                    </m:d>
                  </m:oMath>
                </a14:m>
                <a:r>
                  <a:rPr lang="pt-BR" sz="2000" dirty="0"/>
                  <a:t> + 2H</a:t>
                </a:r>
                <a:r>
                  <a:rPr lang="pt-BR" sz="2000" baseline="30000" dirty="0"/>
                  <a:t>+</a:t>
                </a:r>
                <a:r>
                  <a:rPr lang="pt-BR" sz="2000" dirty="0"/>
                  <a:t>(aq) + 2 e- = Cl</a:t>
                </a:r>
                <a:r>
                  <a:rPr lang="pt-BR" sz="2000" baseline="30000" dirty="0"/>
                  <a:t>-</a:t>
                </a:r>
                <a:r>
                  <a:rPr lang="pt-BR" sz="2000" dirty="0"/>
                  <a:t>(aq) + H</a:t>
                </a:r>
                <a:r>
                  <a:rPr lang="pt-BR" sz="2000" baseline="-25000" dirty="0"/>
                  <a:t>2</a:t>
                </a:r>
                <a:r>
                  <a:rPr lang="pt-BR" sz="2000" dirty="0"/>
                  <a:t>O(l) </a:t>
                </a:r>
                <a:endParaRPr lang="fr-FR" sz="20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90F3E18-535E-4D28-B84F-B60F6EC765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0818" y="1168340"/>
                <a:ext cx="4705840" cy="400110"/>
              </a:xfrm>
              <a:prstGeom prst="rect">
                <a:avLst/>
              </a:prstGeom>
              <a:blipFill>
                <a:blip r:embed="rId2"/>
                <a:stretch>
                  <a:fillRect t="-9231" r="-389" b="-2769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xmlns="" id="{DBE2D743-A8AB-4B79-ACF0-5F18F57F3201}"/>
                  </a:ext>
                </a:extLst>
              </p:cNvPr>
              <p:cNvSpPr/>
              <p:nvPr/>
            </p:nvSpPr>
            <p:spPr>
              <a:xfrm>
                <a:off x="5297268" y="1370136"/>
                <a:ext cx="2433102" cy="5055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150876" lvl="1" indent="0">
                  <a:lnSpc>
                    <a:spcPct val="150000"/>
                  </a:lnSpc>
                  <a:buNone/>
                </a:pPr>
                <a:r>
                  <a:rPr lang="pt-BR" sz="2000" dirty="0"/>
                  <a:t>I</a:t>
                </a:r>
                <a:r>
                  <a:rPr lang="pt-BR" sz="2000" baseline="30000" dirty="0"/>
                  <a:t>-</a:t>
                </a:r>
                <a:r>
                  <a:rPr lang="pt-BR" sz="2000" dirty="0"/>
                  <a:t>(aq)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>
                            <a:solidFill>
                              <a:schemeClr val="accent2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00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fr-FR" sz="200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fr-FR" sz="2000" i="1">
                            <a:solidFill>
                              <a:schemeClr val="accent2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fr-FR" sz="200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aq</m:t>
                        </m:r>
                      </m:e>
                    </m:d>
                  </m:oMath>
                </a14:m>
                <a:r>
                  <a:rPr lang="pt-BR" sz="2000" dirty="0"/>
                  <a:t> + 2e- 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BE2D743-A8AB-4B79-ACF0-5F18F57F32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7268" y="1370136"/>
                <a:ext cx="2433102" cy="505523"/>
              </a:xfrm>
              <a:prstGeom prst="rect">
                <a:avLst/>
              </a:prstGeom>
              <a:blipFill>
                <a:blip r:embed="rId3"/>
                <a:stretch>
                  <a:fillRect b="-2048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xmlns="" id="{DE357E27-E9AD-4A33-96E3-FB8F2EFB084F}"/>
              </a:ext>
            </a:extLst>
          </p:cNvPr>
          <p:cNvCxnSpPr>
            <a:cxnSpLocks/>
          </p:cNvCxnSpPr>
          <p:nvPr/>
        </p:nvCxnSpPr>
        <p:spPr>
          <a:xfrm>
            <a:off x="3954195" y="1966826"/>
            <a:ext cx="419335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xmlns="" id="{B771EF85-9F6D-4FD8-B765-56A034480175}"/>
                  </a:ext>
                </a:extLst>
              </p:cNvPr>
              <p:cNvSpPr/>
              <p:nvPr/>
            </p:nvSpPr>
            <p:spPr>
              <a:xfrm>
                <a:off x="2737667" y="1927765"/>
                <a:ext cx="6499412" cy="5078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50876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Cl</m:t>
                      </m:r>
                      <m:sSup>
                        <m:sSupPr>
                          <m:ctrlPr>
                            <a:rPr lang="fr-FR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p>
                          <m:r>
                            <a:rPr lang="fr-FR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d>
                        <m:dPr>
                          <m:ctrlPr>
                            <a:rPr lang="fr-FR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aq</m:t>
                          </m:r>
                        </m:e>
                      </m:d>
                      <m:r>
                        <a:rPr lang="fr-FR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fr-FR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p>
                          <m:r>
                            <a:rPr lang="fr-FR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d>
                        <m:dPr>
                          <m:ctrlPr>
                            <a:rPr lang="fr-FR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>
                              <a:latin typeface="Cambria Math" panose="02040503050406030204" pitchFamily="18" charset="0"/>
                            </a:rPr>
                            <m:t>aq</m:t>
                          </m:r>
                        </m:e>
                      </m:d>
                      <m:r>
                        <a:rPr lang="fr-FR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fr-FR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fr-FR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d>
                        <m:dPr>
                          <m:ctrlPr>
                            <a:rPr lang="fr-FR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>
                              <a:latin typeface="Cambria Math" panose="02040503050406030204" pitchFamily="18" charset="0"/>
                            </a:rPr>
                            <m:t>aq</m:t>
                          </m:r>
                        </m:e>
                      </m:d>
                      <m:r>
                        <a:rPr lang="fr-FR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fr-FR">
                          <a:latin typeface="Cambria Math" panose="02040503050406030204" pitchFamily="18" charset="0"/>
                        </a:rPr>
                        <m:t>C</m:t>
                      </m:r>
                      <m:sSup>
                        <m:sSupPr>
                          <m:ctrlPr>
                            <a:rPr lang="fr-FR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p>
                          <m:r>
                            <a:rPr lang="fr-FR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d>
                        <m:dPr>
                          <m:ctrlPr>
                            <a:rPr lang="fr-FR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>
                              <a:latin typeface="Cambria Math" panose="02040503050406030204" pitchFamily="18" charset="0"/>
                            </a:rPr>
                            <m:t>aq</m:t>
                          </m:r>
                        </m:e>
                      </m:d>
                      <m:r>
                        <a:rPr lang="fr-FR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i="1">
                              <a:solidFill>
                                <a:schemeClr val="accent2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fr-FR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fr-FR" i="1">
                              <a:solidFill>
                                <a:schemeClr val="accent2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aq</m:t>
                          </m:r>
                        </m:e>
                      </m:d>
                      <m:r>
                        <a:rPr lang="fr-FR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fr-FR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fr-FR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fr-FR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fr-FR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771EF85-9F6D-4FD8-B765-56A0344801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7667" y="1927765"/>
                <a:ext cx="6499412" cy="5078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xmlns="" id="{074CF4FF-50B6-43EE-AE06-A05F4C292C1D}"/>
                  </a:ext>
                </a:extLst>
              </p:cNvPr>
              <p:cNvSpPr/>
              <p:nvPr/>
            </p:nvSpPr>
            <p:spPr>
              <a:xfrm>
                <a:off x="353204" y="2660651"/>
                <a:ext cx="3217099" cy="3744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b="1" dirty="0"/>
                  <a:t>(2) Titrage de I</a:t>
                </a:r>
                <a:r>
                  <a:rPr lang="fr-FR" b="1" baseline="-25000" dirty="0"/>
                  <a:t>2</a:t>
                </a:r>
                <a:r>
                  <a:rPr lang="fr-FR" b="1" dirty="0"/>
                  <a:t> par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fr-FR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fr-FR" i="1">
                            <a:latin typeface="Cambria Math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fr-FR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fr-FR">
                            <a:latin typeface="Cambria Math" panose="02040503050406030204" pitchFamily="18" charset="0"/>
                          </a:rPr>
                          <m:t>2−</m:t>
                        </m:r>
                      </m:sup>
                    </m:sSubSup>
                    <m:d>
                      <m:dPr>
                        <m:ctrlPr>
                          <a:rPr lang="fr-FR" i="1">
                            <a:latin typeface="Cambria Math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aq</m:t>
                        </m:r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b="1" dirty="0"/>
                  <a:t>:</a:t>
                </a: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74CF4FF-50B6-43EE-AE06-A05F4C292C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04" y="2660651"/>
                <a:ext cx="3217099" cy="374461"/>
              </a:xfrm>
              <a:prstGeom prst="rect">
                <a:avLst/>
              </a:prstGeom>
              <a:blipFill>
                <a:blip r:embed="rId5"/>
                <a:stretch>
                  <a:fillRect l="-1705" t="-6452" r="-379" b="-2419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xmlns="" id="{F041C80C-31E9-4479-925D-45D755F6EE05}"/>
                  </a:ext>
                </a:extLst>
              </p:cNvPr>
              <p:cNvSpPr/>
              <p:nvPr/>
            </p:nvSpPr>
            <p:spPr>
              <a:xfrm>
                <a:off x="2294965" y="2970964"/>
                <a:ext cx="6724650" cy="6572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50876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>
                          <a:latin typeface="Cambria Math" panose="02040503050406030204" pitchFamily="18" charset="0"/>
                        </a:rPr>
                        <m:t>2 </m:t>
                      </m:r>
                      <m:sSub>
                        <m:sSubPr>
                          <m:ctrlPr>
                            <a:rPr lang="fr-FR" sz="2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40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fr-FR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fr-FR" sz="2400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fr-FR" sz="240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fr-FR" sz="240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fr-FR" sz="2400">
                              <a:latin typeface="Cambria Math" panose="02040503050406030204" pitchFamily="18" charset="0"/>
                            </a:rPr>
                            <m:t>2−</m:t>
                          </m:r>
                        </m:sup>
                      </m:sSubSup>
                      <m:d>
                        <m:dPr>
                          <m:ctrlPr>
                            <a:rPr lang="fr-FR" sz="24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sz="2400">
                              <a:latin typeface="Cambria Math" panose="02040503050406030204" pitchFamily="18" charset="0"/>
                            </a:rPr>
                            <m:t>aq</m:t>
                          </m:r>
                        </m:e>
                      </m:d>
                      <m:r>
                        <a:rPr lang="fr-FR" sz="24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400" i="1">
                              <a:solidFill>
                                <a:schemeClr val="accent2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40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fr-FR" sz="240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fr-FR" sz="2400" i="1">
                              <a:solidFill>
                                <a:schemeClr val="accent2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sz="240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aq</m:t>
                          </m:r>
                        </m:e>
                      </m:d>
                      <m:r>
                        <a:rPr lang="fr-FR" sz="240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fr-FR" sz="240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40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p>
                          <m:r>
                            <a:rPr lang="fr-FR" sz="240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d>
                        <m:dPr>
                          <m:ctrlPr>
                            <a:rPr lang="fr-FR" sz="24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sz="2400">
                              <a:latin typeface="Cambria Math" panose="02040503050406030204" pitchFamily="18" charset="0"/>
                            </a:rPr>
                            <m:t>aq</m:t>
                          </m:r>
                        </m:e>
                      </m:d>
                      <m:r>
                        <a:rPr lang="fr-FR" sz="24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40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fr-FR" sz="240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Sup>
                        <m:sSubSupPr>
                          <m:ctrlPr>
                            <a:rPr lang="fr-FR" sz="2400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fr-FR" sz="240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fr-FR" sz="240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a:rPr lang="fr-FR" sz="2400">
                              <a:latin typeface="Cambria Math" panose="02040503050406030204" pitchFamily="18" charset="0"/>
                            </a:rPr>
                            <m:t>2−</m:t>
                          </m:r>
                        </m:sup>
                      </m:sSubSup>
                      <m:r>
                        <a:rPr lang="fr-FR" sz="240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fr-FR" sz="2400">
                          <a:latin typeface="Cambria Math" panose="02040503050406030204" pitchFamily="18" charset="0"/>
                        </a:rPr>
                        <m:t>aq</m:t>
                      </m:r>
                      <m:r>
                        <a:rPr lang="fr-FR" sz="24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041C80C-31E9-4479-925D-45D755F6EE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4965" y="2970964"/>
                <a:ext cx="6724650" cy="6572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A2E57914-C01E-4F8F-9D10-134FD01113A6}"/>
              </a:ext>
            </a:extLst>
          </p:cNvPr>
          <p:cNvSpPr/>
          <p:nvPr/>
        </p:nvSpPr>
        <p:spPr>
          <a:xfrm>
            <a:off x="308299" y="3616907"/>
            <a:ext cx="20526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/>
              <a:t>(3) À l’équivalence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xmlns="" id="{A563EC15-0474-4DD9-B4BA-40E7F5299644}"/>
                  </a:ext>
                </a:extLst>
              </p:cNvPr>
              <p:cNvSpPr/>
              <p:nvPr/>
            </p:nvSpPr>
            <p:spPr>
              <a:xfrm>
                <a:off x="1575184" y="4027174"/>
                <a:ext cx="6882583" cy="5935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2000"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ctrlPr>
                          <a:rPr lang="fr-FR" sz="200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2000" i="1">
                                <a:solidFill>
                                  <a:schemeClr val="accent2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200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fr-FR" sz="200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fr-FR" sz="2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000" i="1">
                            <a:latin typeface="Cambria Math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fr-FR" sz="200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fr-FR" sz="200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fr-FR" sz="20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200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fr-FR"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Sup>
                          <m:sSubSupPr>
                            <m:ctrlPr>
                              <a:rPr lang="fr-FR" sz="2000" i="1"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fr-FR" sz="2000">
                                <a:latin typeface="Cambria Math" panose="02040503050406030204" pitchFamily="18" charset="0"/>
                              </a:rPr>
                              <m:t>O</m:t>
                            </m:r>
                          </m:e>
                          <m:sub>
                            <m:r>
                              <a:rPr lang="fr-FR" sz="200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fr-FR" sz="2000">
                                <a:latin typeface="Cambria Math" panose="02040503050406030204" pitchFamily="18" charset="0"/>
                              </a:rPr>
                              <m:t>2−</m:t>
                            </m:r>
                          </m:sup>
                        </m:sSubSup>
                        <m:r>
                          <a:rPr lang="fr-FR" sz="200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fr-FR" sz="20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fr-FR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Sup>
                          <m:sSubSupPr>
                            <m:ctrlPr>
                              <a:rPr lang="fr-FR" i="1"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2−</m:t>
                            </m:r>
                          </m:sup>
                        </m:sSubSup>
                        <m:r>
                          <a:rPr lang="fr-FR" i="1">
                            <a:latin typeface="Cambria Math" panose="02040503050406030204" pitchFamily="18" charset="0"/>
                          </a:rPr>
                          <m:t>] </m:t>
                        </m:r>
                        <m:sSub>
                          <m:sSubPr>
                            <m:ctrlPr>
                              <a:rPr lang="fr-FR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𝑒𝑞</m:t>
                            </m:r>
                          </m:sub>
                        </m:sSub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fr-FR" sz="20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fr-FR" sz="2000"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ctrlPr>
                          <a:rPr lang="fr-FR" sz="2000" i="1">
                            <a:latin typeface="Cambria Math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fr-FR" sz="20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Cl</m:t>
                        </m:r>
                        <m:sSup>
                          <m:sSupPr>
                            <m:ctrlPr>
                              <a:rPr lang="fr-FR" sz="2000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 sz="20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e>
                          <m:sup>
                            <m:r>
                              <a:rPr lang="fr-FR" sz="20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e>
                    </m:d>
                  </m:oMath>
                </a14:m>
                <a:r>
                  <a:rPr lang="pt-BR" baseline="-25000" dirty="0"/>
                  <a:t>titré</a:t>
                </a:r>
                <a:endParaRPr lang="pt-BR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563EC15-0474-4DD9-B4BA-40E7F52996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184" y="4027174"/>
                <a:ext cx="6882583" cy="593560"/>
              </a:xfrm>
              <a:prstGeom prst="rect">
                <a:avLst/>
              </a:prstGeom>
              <a:blipFill>
                <a:blip r:embed="rId7"/>
                <a:stretch>
                  <a:fillRect b="-103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9596176"/>
      </p:ext>
    </p:extLst>
  </p:cSld>
  <p:clrMapOvr>
    <a:masterClrMapping/>
  </p:clrMapOvr>
</p:sld>
</file>

<file path=ppt/theme/theme1.xml><?xml version="1.0" encoding="utf-8"?>
<a:theme xmlns:a="http://schemas.openxmlformats.org/drawingml/2006/main" name="Titre">
  <a:themeElements>
    <a:clrScheme name="Personnalisé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1DF87"/>
      </a:accent1>
      <a:accent2>
        <a:srgbClr val="00B050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exte">
  <a:themeElements>
    <a:clrScheme name="Personnalisé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1DF87"/>
      </a:accent1>
      <a:accent2>
        <a:srgbClr val="00B050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Merci">
  <a:themeElements>
    <a:clrScheme name="Personnalisé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1DF87"/>
      </a:accent1>
      <a:accent2>
        <a:srgbClr val="00B050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1347</TotalTime>
  <Words>203</Words>
  <Application>Microsoft Macintosh PowerPoint</Application>
  <PresentationFormat>Personnalisé</PresentationFormat>
  <Paragraphs>70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13</vt:i4>
      </vt:variant>
    </vt:vector>
  </HeadingPairs>
  <TitlesOfParts>
    <vt:vector size="23" baseType="lpstr">
      <vt:lpstr>Calibri</vt:lpstr>
      <vt:lpstr>Calibri Light</vt:lpstr>
      <vt:lpstr>Cambria Math</vt:lpstr>
      <vt:lpstr>ＭＳ 明朝</vt:lpstr>
      <vt:lpstr>Times New Roman</vt:lpstr>
      <vt:lpstr>Wingdings</vt:lpstr>
      <vt:lpstr>Arial</vt:lpstr>
      <vt:lpstr>Titre</vt:lpstr>
      <vt:lpstr>texte</vt:lpstr>
      <vt:lpstr>Merci</vt:lpstr>
      <vt:lpstr>Cinétique électrochimique</vt:lpstr>
      <vt:lpstr>Diagramme E-pH du fer et de l’eau</vt:lpstr>
      <vt:lpstr>Cinétique du fer dans l’eau</vt:lpstr>
      <vt:lpstr>Montage à 3 électrodes</vt:lpstr>
      <vt:lpstr>Transfert de charge</vt:lpstr>
      <vt:lpstr>Transport de matière</vt:lpstr>
      <vt:lpstr>Diffusion</vt:lpstr>
      <vt:lpstr>Courbe i=f(E) du titrage de NO3- par Fe2+  </vt:lpstr>
      <vt:lpstr>Courbe i=f(E) du fer dans l’eau </vt:lpstr>
      <vt:lpstr>Merci</vt:lpstr>
      <vt:lpstr>Nécessité d’une électrolyse</vt:lpstr>
      <vt:lpstr>Synthèse de l’eau de Javel </vt:lpstr>
      <vt:lpstr>Dosage de l’eau de Javel</vt:lpstr>
    </vt:vector>
  </TitlesOfParts>
  <Company>RENAULT DeSign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PIRONNEAU Marc</dc:creator>
  <dc:description/>
  <cp:lastModifiedBy>Utilisateur de Microsoft Office</cp:lastModifiedBy>
  <cp:revision>60</cp:revision>
  <cp:lastPrinted>2015-03-31T14:07:15Z</cp:lastPrinted>
  <dcterms:created xsi:type="dcterms:W3CDTF">2020-03-24T08:48:58Z</dcterms:created>
  <dcterms:modified xsi:type="dcterms:W3CDTF">2021-06-23T14:00:32Z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Company">
    <vt:lpwstr>RENAULT DeSign</vt:lpwstr>
  </property>
  <property fmtid="{D5CDD505-2E9C-101B-9397-08002B2CF9AE}" pid="4" name="ContentTypeId">
    <vt:lpwstr>0x0101008477E3DB2009FC49ADD3BBFEB391E983</vt:lpwstr>
  </property>
  <property fmtid="{D5CDD505-2E9C-101B-9397-08002B2CF9AE}" pid="5" name="HiddenSlides">
    <vt:i4>0</vt:i4>
  </property>
  <property fmtid="{D5CDD505-2E9C-101B-9397-08002B2CF9AE}" pid="6" name="HyperlinksChanged">
    <vt:bool>false</vt:bool>
  </property>
  <property fmtid="{D5CDD505-2E9C-101B-9397-08002B2CF9AE}" pid="7" name="LinksUpToDate">
    <vt:bool>false</vt:bool>
  </property>
  <property fmtid="{D5CDD505-2E9C-101B-9397-08002B2CF9AE}" pid="8" name="MMClips">
    <vt:i4>0</vt:i4>
  </property>
  <property fmtid="{D5CDD505-2E9C-101B-9397-08002B2CF9AE}" pid="9" name="MSIP_Label_fd1c0902-ed92-4fed-896d-2e7725de02d4_ActionId">
    <vt:lpwstr>bfe6ccbd-fb37-4aeb-8e54-00004c58dbb4</vt:lpwstr>
  </property>
  <property fmtid="{D5CDD505-2E9C-101B-9397-08002B2CF9AE}" pid="10" name="MSIP_Label_fd1c0902-ed92-4fed-896d-2e7725de02d4_ContentBits">
    <vt:lpwstr>2</vt:lpwstr>
  </property>
  <property fmtid="{D5CDD505-2E9C-101B-9397-08002B2CF9AE}" pid="11" name="MSIP_Label_fd1c0902-ed92-4fed-896d-2e7725de02d4_Enabled">
    <vt:lpwstr>true</vt:lpwstr>
  </property>
  <property fmtid="{D5CDD505-2E9C-101B-9397-08002B2CF9AE}" pid="12" name="MSIP_Label_fd1c0902-ed92-4fed-896d-2e7725de02d4_Method">
    <vt:lpwstr>Standard</vt:lpwstr>
  </property>
  <property fmtid="{D5CDD505-2E9C-101B-9397-08002B2CF9AE}" pid="13" name="MSIP_Label_fd1c0902-ed92-4fed-896d-2e7725de02d4_Name">
    <vt:lpwstr>Anyone (not protected)</vt:lpwstr>
  </property>
  <property fmtid="{D5CDD505-2E9C-101B-9397-08002B2CF9AE}" pid="14" name="MSIP_Label_fd1c0902-ed92-4fed-896d-2e7725de02d4_SetDate">
    <vt:lpwstr>2020-03-24T08:50:27Z</vt:lpwstr>
  </property>
  <property fmtid="{D5CDD505-2E9C-101B-9397-08002B2CF9AE}" pid="15" name="MSIP_Label_fd1c0902-ed92-4fed-896d-2e7725de02d4_SiteId">
    <vt:lpwstr>d6b0bbee-7cd9-4d60-bce6-4a67b543e2ae</vt:lpwstr>
  </property>
  <property fmtid="{D5CDD505-2E9C-101B-9397-08002B2CF9AE}" pid="16" name="Notes">
    <vt:i4>0</vt:i4>
  </property>
  <property fmtid="{D5CDD505-2E9C-101B-9397-08002B2CF9AE}" pid="17" name="PresentationFormat">
    <vt:lpwstr>Affichage à l'écran (16:9)</vt:lpwstr>
  </property>
  <property fmtid="{D5CDD505-2E9C-101B-9397-08002B2CF9AE}" pid="18" name="ScaleCrop">
    <vt:bool>false</vt:bool>
  </property>
  <property fmtid="{D5CDD505-2E9C-101B-9397-08002B2CF9AE}" pid="19" name="ShareDoc">
    <vt:bool>false</vt:bool>
  </property>
  <property fmtid="{D5CDD505-2E9C-101B-9397-08002B2CF9AE}" pid="20" name="Slides">
    <vt:i4>5</vt:i4>
  </property>
</Properties>
</file>