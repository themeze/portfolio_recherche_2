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9D00B8-09AF-4DE0-B177-C7793EE5C248}">
  <a:tblStyle styleId="{DD9D00B8-09AF-4DE0-B177-C7793EE5C24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0" Type="http://schemas.openxmlformats.org/officeDocument/2006/relationships/slide" Target="slides/slide4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e110c8a4a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e110c8a4a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dd65f5584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dd65f5584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d65f55842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d65f55842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925100"/>
            <a:ext cx="8520600" cy="1293300"/>
          </a:xfrm>
          <a:prstGeom prst="rect">
            <a:avLst/>
          </a:prstGeom>
          <a:solidFill>
            <a:srgbClr val="FCE5CD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3500"/>
              <a:t>LC09 Synthèse chimique : aspect macroscopique et mécanisme réactionnel</a:t>
            </a:r>
            <a:endParaRPr sz="3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oogle Shape;59;p14"/>
          <p:cNvGrpSpPr/>
          <p:nvPr/>
        </p:nvGrpSpPr>
        <p:grpSpPr>
          <a:xfrm>
            <a:off x="330750" y="159700"/>
            <a:ext cx="8352601" cy="1641000"/>
            <a:chOff x="140300" y="376275"/>
            <a:chExt cx="8352601" cy="1641000"/>
          </a:xfrm>
        </p:grpSpPr>
        <p:grpSp>
          <p:nvGrpSpPr>
            <p:cNvPr id="60" name="Google Shape;60;p14"/>
            <p:cNvGrpSpPr/>
            <p:nvPr/>
          </p:nvGrpSpPr>
          <p:grpSpPr>
            <a:xfrm>
              <a:off x="140300" y="376275"/>
              <a:ext cx="8352601" cy="1425600"/>
              <a:chOff x="140300" y="376275"/>
              <a:chExt cx="8352601" cy="1425600"/>
            </a:xfrm>
          </p:grpSpPr>
          <p:sp>
            <p:nvSpPr>
              <p:cNvPr id="61" name="Google Shape;61;p14"/>
              <p:cNvSpPr txBox="1"/>
              <p:nvPr/>
            </p:nvSpPr>
            <p:spPr>
              <a:xfrm>
                <a:off x="140300" y="601275"/>
                <a:ext cx="2547900" cy="800400"/>
              </a:xfrm>
              <a:prstGeom prst="rect">
                <a:avLst/>
              </a:prstGeom>
              <a:solidFill>
                <a:srgbClr val="D9EAD3"/>
              </a:solidFill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2000"/>
                  <a:t>Synthèse de </a:t>
                </a:r>
                <a:endParaRPr sz="2000"/>
              </a:p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 sz="2000"/>
                  <a:t>l’acétate d’éthyle</a:t>
                </a:r>
                <a:endParaRPr sz="2000"/>
              </a:p>
            </p:txBody>
          </p:sp>
          <p:pic>
            <p:nvPicPr>
              <p:cNvPr id="62" name="Google Shape;62;p14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>
                <a:off x="2816900" y="376275"/>
                <a:ext cx="5676001" cy="10254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63" name="Google Shape;63;p14"/>
              <p:cNvSpPr txBox="1"/>
              <p:nvPr/>
            </p:nvSpPr>
            <p:spPr>
              <a:xfrm>
                <a:off x="3201825" y="1401675"/>
                <a:ext cx="8337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fr"/>
                  <a:t>éthanol</a:t>
                </a:r>
                <a:endParaRPr/>
              </a:p>
            </p:txBody>
          </p:sp>
        </p:grpSp>
        <p:sp>
          <p:nvSpPr>
            <p:cNvPr id="64" name="Google Shape;64;p14"/>
            <p:cNvSpPr txBox="1"/>
            <p:nvPr/>
          </p:nvSpPr>
          <p:spPr>
            <a:xfrm>
              <a:off x="4474250" y="1401675"/>
              <a:ext cx="12012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acide </a:t>
              </a:r>
              <a:endParaRPr/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éthanoïque</a:t>
              </a:r>
              <a:endParaRPr/>
            </a:p>
          </p:txBody>
        </p:sp>
        <p:sp>
          <p:nvSpPr>
            <p:cNvPr id="65" name="Google Shape;65;p14"/>
            <p:cNvSpPr txBox="1"/>
            <p:nvPr/>
          </p:nvSpPr>
          <p:spPr>
            <a:xfrm>
              <a:off x="5962575" y="1401675"/>
              <a:ext cx="18624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éthanoate d’éthyle</a:t>
              </a:r>
              <a:endParaRPr/>
            </a:p>
          </p:txBody>
        </p:sp>
        <p:sp>
          <p:nvSpPr>
            <p:cNvPr id="66" name="Google Shape;66;p14"/>
            <p:cNvSpPr txBox="1"/>
            <p:nvPr/>
          </p:nvSpPr>
          <p:spPr>
            <a:xfrm>
              <a:off x="7951400" y="1401675"/>
              <a:ext cx="5415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"/>
                <a:t>eau</a:t>
              </a:r>
              <a:endParaRPr/>
            </a:p>
          </p:txBody>
        </p:sp>
      </p:grpSp>
      <p:graphicFrame>
        <p:nvGraphicFramePr>
          <p:cNvPr id="67" name="Google Shape;67;p14"/>
          <p:cNvGraphicFramePr/>
          <p:nvPr/>
        </p:nvGraphicFramePr>
        <p:xfrm>
          <a:off x="887550" y="186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{DD9D00B8-09AF-4DE0-B177-C7793EE5C248}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6FA8D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Protocole 1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Protocole 2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Protocole 3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Protocole 4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Réactifs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10</a:t>
                      </a:r>
                      <a:r>
                        <a:rPr lang="fr"/>
                        <a:t> mL d’éthanol + 10 mL d’acide éthanoïque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Ajout d’acide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Aucun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FF0000"/>
                          </a:solidFill>
                        </a:rPr>
                        <a:t>0,5</a:t>
                      </a:r>
                      <a:r>
                        <a:rPr lang="fr">
                          <a:solidFill>
                            <a:srgbClr val="FF0000"/>
                          </a:solidFill>
                        </a:rPr>
                        <a:t> ml d’acide sulfurique concentré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Aucun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FF0000"/>
                          </a:solidFill>
                        </a:rPr>
                        <a:t>0,5</a:t>
                      </a:r>
                      <a:r>
                        <a:rPr lang="fr">
                          <a:solidFill>
                            <a:srgbClr val="FF0000"/>
                          </a:solidFill>
                        </a:rPr>
                        <a:t> ml d’acide sulfurique concentré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Température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Ambiante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Ambiante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FF0000"/>
                          </a:solidFill>
                        </a:rPr>
                        <a:t>60°C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rgbClr val="FF0000"/>
                          </a:solidFill>
                        </a:rPr>
                        <a:t>60°C</a:t>
                      </a:r>
                      <a:endParaRPr>
                        <a:solidFill>
                          <a:srgbClr val="FF0000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Volume équivalent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V</a:t>
                      </a:r>
                      <a:r>
                        <a:rPr baseline="-25000" lang="fr"/>
                        <a:t>E1 </a:t>
                      </a:r>
                      <a:r>
                        <a:rPr lang="fr"/>
                        <a:t>=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V</a:t>
                      </a:r>
                      <a:r>
                        <a:rPr baseline="-25000" lang="fr">
                          <a:solidFill>
                            <a:schemeClr val="dk1"/>
                          </a:solidFill>
                        </a:rPr>
                        <a:t>E2 </a:t>
                      </a:r>
                      <a:r>
                        <a:rPr lang="fr">
                          <a:solidFill>
                            <a:schemeClr val="dk1"/>
                          </a:solidFill>
                        </a:rPr>
                        <a:t>=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V</a:t>
                      </a:r>
                      <a:r>
                        <a:rPr baseline="-25000" lang="fr">
                          <a:solidFill>
                            <a:schemeClr val="dk1"/>
                          </a:solidFill>
                        </a:rPr>
                        <a:t>E3 </a:t>
                      </a:r>
                      <a:r>
                        <a:rPr lang="fr">
                          <a:solidFill>
                            <a:schemeClr val="dk1"/>
                          </a:solidFill>
                        </a:rPr>
                        <a:t>=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V</a:t>
                      </a:r>
                      <a:r>
                        <a:rPr baseline="-25000" lang="fr">
                          <a:solidFill>
                            <a:schemeClr val="dk1"/>
                          </a:solidFill>
                        </a:rPr>
                        <a:t>E4 </a:t>
                      </a:r>
                      <a:r>
                        <a:rPr lang="fr">
                          <a:solidFill>
                            <a:schemeClr val="dk1"/>
                          </a:solidFill>
                        </a:rPr>
                        <a:t>= 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lt1"/>
                          </a:solidFill>
                        </a:rPr>
                        <a:t>Avancement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/>
                        <a:t>x</a:t>
                      </a:r>
                      <a:r>
                        <a:rPr baseline="-25000" lang="fr"/>
                        <a:t>1</a:t>
                      </a:r>
                      <a:r>
                        <a:rPr lang="fr"/>
                        <a:t> =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baseline="-25000" lang="fr">
                          <a:solidFill>
                            <a:schemeClr val="dk1"/>
                          </a:solidFill>
                        </a:rPr>
                        <a:t>2</a:t>
                      </a:r>
                      <a:r>
                        <a:rPr lang="fr">
                          <a:solidFill>
                            <a:schemeClr val="dk1"/>
                          </a:solidFill>
                        </a:rPr>
                        <a:t> =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baseline="-25000" lang="fr">
                          <a:solidFill>
                            <a:schemeClr val="dk1"/>
                          </a:solidFill>
                        </a:rPr>
                        <a:t>3</a:t>
                      </a:r>
                      <a:r>
                        <a:rPr lang="fr">
                          <a:solidFill>
                            <a:schemeClr val="dk1"/>
                          </a:solidFill>
                        </a:rPr>
                        <a:t> =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">
                          <a:solidFill>
                            <a:schemeClr val="dk1"/>
                          </a:solidFill>
                        </a:rPr>
                        <a:t>x</a:t>
                      </a:r>
                      <a:r>
                        <a:rPr baseline="-25000" lang="fr">
                          <a:solidFill>
                            <a:schemeClr val="dk1"/>
                          </a:solidFill>
                        </a:rPr>
                        <a:t>4</a:t>
                      </a:r>
                      <a:r>
                        <a:rPr lang="fr">
                          <a:solidFill>
                            <a:schemeClr val="dk1"/>
                          </a:solidFill>
                        </a:rPr>
                        <a:t> =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/>
        </p:nvSpPr>
        <p:spPr>
          <a:xfrm>
            <a:off x="1059300" y="1301675"/>
            <a:ext cx="7025400" cy="30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1"/>
                </a:solidFill>
              </a:rPr>
              <a:t>Équation bilan : 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1"/>
                </a:solidFill>
              </a:rPr>
              <a:t>CH</a:t>
            </a:r>
            <a:r>
              <a:rPr baseline="-25000" lang="fr" sz="1800">
                <a:solidFill>
                  <a:schemeClr val="dk1"/>
                </a:solidFill>
              </a:rPr>
              <a:t>3</a:t>
            </a:r>
            <a:r>
              <a:rPr lang="fr" sz="1800">
                <a:solidFill>
                  <a:schemeClr val="dk1"/>
                </a:solidFill>
              </a:rPr>
              <a:t>COOH</a:t>
            </a:r>
            <a:r>
              <a:rPr baseline="-25000" lang="fr" sz="1800">
                <a:solidFill>
                  <a:schemeClr val="dk1"/>
                </a:solidFill>
              </a:rPr>
              <a:t>(aq) </a:t>
            </a:r>
            <a:r>
              <a:rPr lang="fr" sz="1800">
                <a:solidFill>
                  <a:schemeClr val="dk1"/>
                </a:solidFill>
              </a:rPr>
              <a:t>+ CH</a:t>
            </a:r>
            <a:r>
              <a:rPr baseline="-25000" lang="fr" sz="1800">
                <a:solidFill>
                  <a:schemeClr val="dk1"/>
                </a:solidFill>
              </a:rPr>
              <a:t>3</a:t>
            </a:r>
            <a:r>
              <a:rPr lang="fr" sz="1800">
                <a:solidFill>
                  <a:schemeClr val="dk1"/>
                </a:solidFill>
              </a:rPr>
              <a:t>CH</a:t>
            </a:r>
            <a:r>
              <a:rPr baseline="-25000" lang="fr" sz="1800">
                <a:solidFill>
                  <a:schemeClr val="dk1"/>
                </a:solidFill>
              </a:rPr>
              <a:t>2</a:t>
            </a:r>
            <a:r>
              <a:rPr lang="fr" sz="1800">
                <a:solidFill>
                  <a:schemeClr val="dk1"/>
                </a:solidFill>
              </a:rPr>
              <a:t>OH</a:t>
            </a:r>
            <a:r>
              <a:rPr baseline="-25000" lang="fr" sz="1800">
                <a:solidFill>
                  <a:schemeClr val="dk1"/>
                </a:solidFill>
              </a:rPr>
              <a:t>(aq) </a:t>
            </a:r>
            <a:r>
              <a:rPr lang="fr" sz="1800">
                <a:solidFill>
                  <a:schemeClr val="dk1"/>
                </a:solidFill>
              </a:rPr>
              <a:t>= H</a:t>
            </a:r>
            <a:r>
              <a:rPr baseline="-25000" lang="fr" sz="1800">
                <a:solidFill>
                  <a:schemeClr val="dk1"/>
                </a:solidFill>
              </a:rPr>
              <a:t>2</a:t>
            </a:r>
            <a:r>
              <a:rPr lang="fr" sz="1800">
                <a:solidFill>
                  <a:schemeClr val="dk1"/>
                </a:solidFill>
              </a:rPr>
              <a:t>O</a:t>
            </a:r>
            <a:r>
              <a:rPr baseline="-25000" lang="fr" sz="1800">
                <a:solidFill>
                  <a:schemeClr val="dk1"/>
                </a:solidFill>
              </a:rPr>
              <a:t>(l) </a:t>
            </a:r>
            <a:r>
              <a:rPr lang="fr" sz="1800">
                <a:solidFill>
                  <a:schemeClr val="dk1"/>
                </a:solidFill>
              </a:rPr>
              <a:t>+ CH</a:t>
            </a:r>
            <a:r>
              <a:rPr baseline="-25000" lang="fr" sz="1800">
                <a:solidFill>
                  <a:schemeClr val="dk1"/>
                </a:solidFill>
              </a:rPr>
              <a:t>3</a:t>
            </a:r>
            <a:r>
              <a:rPr lang="fr" sz="1800">
                <a:solidFill>
                  <a:schemeClr val="dk1"/>
                </a:solidFill>
              </a:rPr>
              <a:t>COOCH</a:t>
            </a:r>
            <a:r>
              <a:rPr baseline="-25000" lang="fr" sz="1800">
                <a:solidFill>
                  <a:schemeClr val="dk1"/>
                </a:solidFill>
              </a:rPr>
              <a:t>2</a:t>
            </a:r>
            <a:r>
              <a:rPr lang="fr" sz="1800">
                <a:solidFill>
                  <a:schemeClr val="dk1"/>
                </a:solidFill>
              </a:rPr>
              <a:t>CH</a:t>
            </a:r>
            <a:r>
              <a:rPr baseline="-25000" lang="fr" sz="1800">
                <a:solidFill>
                  <a:schemeClr val="dk1"/>
                </a:solidFill>
              </a:rPr>
              <a:t>3 (aq)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fr" sz="1800">
                <a:solidFill>
                  <a:schemeClr val="dk1"/>
                </a:solidFill>
              </a:rPr>
              <a:t>Mécanisme réactionnel en 3 étapes : </a:t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Both"/>
            </a:pPr>
            <a:r>
              <a:rPr lang="fr" sz="1800">
                <a:solidFill>
                  <a:schemeClr val="dk1"/>
                </a:solidFill>
              </a:rPr>
              <a:t>CH</a:t>
            </a:r>
            <a:r>
              <a:rPr baseline="-25000" lang="fr" sz="1800">
                <a:solidFill>
                  <a:schemeClr val="dk1"/>
                </a:solidFill>
              </a:rPr>
              <a:t>3</a:t>
            </a:r>
            <a:r>
              <a:rPr lang="fr" sz="1800">
                <a:solidFill>
                  <a:schemeClr val="dk1"/>
                </a:solidFill>
              </a:rPr>
              <a:t>COOH</a:t>
            </a:r>
            <a:r>
              <a:rPr baseline="-25000" lang="fr" sz="1800">
                <a:solidFill>
                  <a:schemeClr val="dk1"/>
                </a:solidFill>
              </a:rPr>
              <a:t>(aq) </a:t>
            </a:r>
            <a:r>
              <a:rPr lang="fr" sz="1800">
                <a:solidFill>
                  <a:schemeClr val="dk1"/>
                </a:solidFill>
              </a:rPr>
              <a:t>+ CH</a:t>
            </a:r>
            <a:r>
              <a:rPr baseline="-25000" lang="fr" sz="1800">
                <a:solidFill>
                  <a:schemeClr val="dk1"/>
                </a:solidFill>
              </a:rPr>
              <a:t>3</a:t>
            </a:r>
            <a:r>
              <a:rPr lang="fr" sz="1800">
                <a:solidFill>
                  <a:schemeClr val="dk1"/>
                </a:solidFill>
              </a:rPr>
              <a:t>CH</a:t>
            </a:r>
            <a:r>
              <a:rPr baseline="-25000" lang="fr" sz="1800">
                <a:solidFill>
                  <a:schemeClr val="dk1"/>
                </a:solidFill>
              </a:rPr>
              <a:t>2</a:t>
            </a:r>
            <a:r>
              <a:rPr lang="fr" sz="1800">
                <a:solidFill>
                  <a:schemeClr val="dk1"/>
                </a:solidFill>
              </a:rPr>
              <a:t>OH</a:t>
            </a:r>
            <a:r>
              <a:rPr baseline="-25000" lang="fr" sz="1800">
                <a:solidFill>
                  <a:schemeClr val="dk1"/>
                </a:solidFill>
              </a:rPr>
              <a:t>(aq)</a:t>
            </a:r>
            <a:r>
              <a:rPr lang="fr" sz="1800">
                <a:solidFill>
                  <a:schemeClr val="dk1"/>
                </a:solidFill>
              </a:rPr>
              <a:t> 🠆 </a:t>
            </a:r>
            <a:r>
              <a:rPr lang="fr" sz="1800">
                <a:solidFill>
                  <a:srgbClr val="6AA84F"/>
                </a:solidFill>
              </a:rPr>
              <a:t>CH</a:t>
            </a:r>
            <a:r>
              <a:rPr baseline="-25000" lang="fr" sz="1800">
                <a:solidFill>
                  <a:srgbClr val="6AA84F"/>
                </a:solidFill>
              </a:rPr>
              <a:t>3</a:t>
            </a:r>
            <a:r>
              <a:rPr lang="fr" sz="1800">
                <a:solidFill>
                  <a:srgbClr val="6AA84F"/>
                </a:solidFill>
              </a:rPr>
              <a:t>COOHOHCH</a:t>
            </a:r>
            <a:r>
              <a:rPr baseline="-25000" lang="fr" sz="1800">
                <a:solidFill>
                  <a:srgbClr val="6AA84F"/>
                </a:solidFill>
              </a:rPr>
              <a:t>2</a:t>
            </a:r>
            <a:r>
              <a:rPr lang="fr" sz="1800">
                <a:solidFill>
                  <a:srgbClr val="6AA84F"/>
                </a:solidFill>
              </a:rPr>
              <a:t>CH</a:t>
            </a:r>
            <a:r>
              <a:rPr baseline="-25000" lang="fr" sz="1800">
                <a:solidFill>
                  <a:srgbClr val="6AA84F"/>
                </a:solidFill>
              </a:rPr>
              <a:t>3</a:t>
            </a:r>
            <a:r>
              <a:rPr lang="fr" sz="1800">
                <a:solidFill>
                  <a:srgbClr val="6AA84F"/>
                </a:solidFill>
              </a:rPr>
              <a:t> </a:t>
            </a:r>
            <a:r>
              <a:rPr baseline="-25000" lang="fr" sz="1800">
                <a:solidFill>
                  <a:srgbClr val="6AA84F"/>
                </a:solidFill>
              </a:rPr>
              <a:t>(aq)</a:t>
            </a:r>
            <a:endParaRPr baseline="-25000" sz="1800">
              <a:solidFill>
                <a:srgbClr val="6AA84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Both"/>
            </a:pPr>
            <a:r>
              <a:rPr lang="fr" sz="1800">
                <a:solidFill>
                  <a:srgbClr val="6AA84F"/>
                </a:solidFill>
              </a:rPr>
              <a:t>CH</a:t>
            </a:r>
            <a:r>
              <a:rPr baseline="-25000" lang="fr" sz="1800">
                <a:solidFill>
                  <a:srgbClr val="6AA84F"/>
                </a:solidFill>
              </a:rPr>
              <a:t>3</a:t>
            </a:r>
            <a:r>
              <a:rPr lang="fr" sz="1800">
                <a:solidFill>
                  <a:srgbClr val="6AA84F"/>
                </a:solidFill>
              </a:rPr>
              <a:t>COOHOHCH</a:t>
            </a:r>
            <a:r>
              <a:rPr baseline="-25000" lang="fr" sz="1800">
                <a:solidFill>
                  <a:srgbClr val="6AA84F"/>
                </a:solidFill>
              </a:rPr>
              <a:t>2</a:t>
            </a:r>
            <a:r>
              <a:rPr lang="fr" sz="1800">
                <a:solidFill>
                  <a:srgbClr val="6AA84F"/>
                </a:solidFill>
              </a:rPr>
              <a:t>CH</a:t>
            </a:r>
            <a:r>
              <a:rPr baseline="-25000" lang="fr" sz="1800">
                <a:solidFill>
                  <a:srgbClr val="6AA84F"/>
                </a:solidFill>
              </a:rPr>
              <a:t>3</a:t>
            </a:r>
            <a:r>
              <a:rPr lang="fr" sz="1800">
                <a:solidFill>
                  <a:srgbClr val="6AA84F"/>
                </a:solidFill>
              </a:rPr>
              <a:t> </a:t>
            </a:r>
            <a:r>
              <a:rPr baseline="-25000" lang="fr" sz="1800">
                <a:solidFill>
                  <a:srgbClr val="6AA84F"/>
                </a:solidFill>
              </a:rPr>
              <a:t>(aq)</a:t>
            </a:r>
            <a:r>
              <a:rPr baseline="-25000" lang="fr" sz="1800">
                <a:solidFill>
                  <a:schemeClr val="dk1"/>
                </a:solidFill>
              </a:rPr>
              <a:t> </a:t>
            </a:r>
            <a:r>
              <a:rPr lang="fr" sz="1800">
                <a:solidFill>
                  <a:schemeClr val="dk1"/>
                </a:solidFill>
              </a:rPr>
              <a:t>🠆 </a:t>
            </a:r>
            <a:r>
              <a:rPr lang="fr" sz="1800">
                <a:solidFill>
                  <a:srgbClr val="FF9900"/>
                </a:solidFill>
              </a:rPr>
              <a:t>CH</a:t>
            </a:r>
            <a:r>
              <a:rPr baseline="-25000" lang="fr" sz="1800">
                <a:solidFill>
                  <a:srgbClr val="FF9900"/>
                </a:solidFill>
              </a:rPr>
              <a:t>3</a:t>
            </a:r>
            <a:r>
              <a:rPr lang="fr" sz="1800">
                <a:solidFill>
                  <a:srgbClr val="FF9900"/>
                </a:solidFill>
              </a:rPr>
              <a:t>COCH</a:t>
            </a:r>
            <a:r>
              <a:rPr baseline="-25000" lang="fr" sz="1800">
                <a:solidFill>
                  <a:srgbClr val="FF9900"/>
                </a:solidFill>
              </a:rPr>
              <a:t>2</a:t>
            </a:r>
            <a:r>
              <a:rPr lang="fr" sz="1800">
                <a:solidFill>
                  <a:srgbClr val="FF9900"/>
                </a:solidFill>
              </a:rPr>
              <a:t>CH</a:t>
            </a:r>
            <a:r>
              <a:rPr baseline="-25000" lang="fr" sz="1800">
                <a:solidFill>
                  <a:srgbClr val="FF9900"/>
                </a:solidFill>
              </a:rPr>
              <a:t>3</a:t>
            </a:r>
            <a:r>
              <a:rPr lang="fr" sz="1800">
                <a:solidFill>
                  <a:srgbClr val="FF9900"/>
                </a:solidFill>
              </a:rPr>
              <a:t>OH⁺</a:t>
            </a:r>
            <a:r>
              <a:rPr baseline="-25000" lang="fr" sz="1800">
                <a:solidFill>
                  <a:srgbClr val="FF9900"/>
                </a:solidFill>
              </a:rPr>
              <a:t>(aq)</a:t>
            </a:r>
            <a:r>
              <a:rPr baseline="-25000" lang="fr" sz="1800">
                <a:solidFill>
                  <a:schemeClr val="dk1"/>
                </a:solidFill>
              </a:rPr>
              <a:t> </a:t>
            </a:r>
            <a:r>
              <a:rPr lang="fr" sz="1800">
                <a:solidFill>
                  <a:schemeClr val="dk1"/>
                </a:solidFill>
              </a:rPr>
              <a:t>+ </a:t>
            </a:r>
            <a:r>
              <a:rPr lang="fr" sz="1800">
                <a:solidFill>
                  <a:srgbClr val="9900FF"/>
                </a:solidFill>
              </a:rPr>
              <a:t>HO⁻</a:t>
            </a:r>
            <a:r>
              <a:rPr baseline="-25000" lang="fr" sz="1800">
                <a:solidFill>
                  <a:srgbClr val="9900FF"/>
                </a:solidFill>
              </a:rPr>
              <a:t>(aq)</a:t>
            </a:r>
            <a:endParaRPr baseline="-25000" sz="1800">
              <a:solidFill>
                <a:srgbClr val="9900FF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arenBoth"/>
            </a:pPr>
            <a:r>
              <a:rPr lang="fr" sz="1800">
                <a:solidFill>
                  <a:srgbClr val="FF9900"/>
                </a:solidFill>
              </a:rPr>
              <a:t>CH</a:t>
            </a:r>
            <a:r>
              <a:rPr baseline="-25000" lang="fr" sz="1800">
                <a:solidFill>
                  <a:srgbClr val="FF9900"/>
                </a:solidFill>
              </a:rPr>
              <a:t>3</a:t>
            </a:r>
            <a:r>
              <a:rPr lang="fr" sz="1800">
                <a:solidFill>
                  <a:srgbClr val="FF9900"/>
                </a:solidFill>
              </a:rPr>
              <a:t>COCH</a:t>
            </a:r>
            <a:r>
              <a:rPr baseline="-25000" lang="fr" sz="1800">
                <a:solidFill>
                  <a:srgbClr val="FF9900"/>
                </a:solidFill>
              </a:rPr>
              <a:t>2</a:t>
            </a:r>
            <a:r>
              <a:rPr lang="fr" sz="1800">
                <a:solidFill>
                  <a:srgbClr val="FF9900"/>
                </a:solidFill>
              </a:rPr>
              <a:t>CH</a:t>
            </a:r>
            <a:r>
              <a:rPr baseline="-25000" lang="fr" sz="1800">
                <a:solidFill>
                  <a:srgbClr val="FF9900"/>
                </a:solidFill>
              </a:rPr>
              <a:t>3</a:t>
            </a:r>
            <a:r>
              <a:rPr lang="fr" sz="1800">
                <a:solidFill>
                  <a:srgbClr val="FF9900"/>
                </a:solidFill>
              </a:rPr>
              <a:t>OH⁺</a:t>
            </a:r>
            <a:r>
              <a:rPr baseline="-25000" lang="fr" sz="1800">
                <a:solidFill>
                  <a:srgbClr val="FF9900"/>
                </a:solidFill>
              </a:rPr>
              <a:t>(aq) </a:t>
            </a:r>
            <a:r>
              <a:rPr lang="fr" sz="1800">
                <a:solidFill>
                  <a:schemeClr val="dk1"/>
                </a:solidFill>
              </a:rPr>
              <a:t>+ </a:t>
            </a:r>
            <a:r>
              <a:rPr lang="fr" sz="1800">
                <a:solidFill>
                  <a:srgbClr val="9900FF"/>
                </a:solidFill>
              </a:rPr>
              <a:t>HO⁻</a:t>
            </a:r>
            <a:r>
              <a:rPr baseline="-25000" lang="fr" sz="1800">
                <a:solidFill>
                  <a:srgbClr val="9900FF"/>
                </a:solidFill>
              </a:rPr>
              <a:t>(aq)</a:t>
            </a:r>
            <a:r>
              <a:rPr baseline="-25000" lang="fr" sz="1800">
                <a:solidFill>
                  <a:schemeClr val="dk1"/>
                </a:solidFill>
              </a:rPr>
              <a:t> </a:t>
            </a:r>
            <a:r>
              <a:rPr lang="fr" sz="1800">
                <a:solidFill>
                  <a:schemeClr val="dk1"/>
                </a:solidFill>
              </a:rPr>
              <a:t>= CH</a:t>
            </a:r>
            <a:r>
              <a:rPr baseline="-25000" lang="fr" sz="1800">
                <a:solidFill>
                  <a:schemeClr val="dk1"/>
                </a:solidFill>
              </a:rPr>
              <a:t>3</a:t>
            </a:r>
            <a:r>
              <a:rPr lang="fr" sz="1800">
                <a:solidFill>
                  <a:schemeClr val="dk1"/>
                </a:solidFill>
              </a:rPr>
              <a:t>COOCH</a:t>
            </a:r>
            <a:r>
              <a:rPr baseline="-25000" lang="fr" sz="1800">
                <a:solidFill>
                  <a:schemeClr val="dk1"/>
                </a:solidFill>
              </a:rPr>
              <a:t>2</a:t>
            </a:r>
            <a:r>
              <a:rPr lang="fr" sz="1800">
                <a:solidFill>
                  <a:schemeClr val="dk1"/>
                </a:solidFill>
              </a:rPr>
              <a:t>CH</a:t>
            </a:r>
            <a:r>
              <a:rPr baseline="-25000" lang="fr" sz="1800">
                <a:solidFill>
                  <a:schemeClr val="dk1"/>
                </a:solidFill>
              </a:rPr>
              <a:t>3</a:t>
            </a:r>
            <a:r>
              <a:rPr lang="fr" sz="1800">
                <a:solidFill>
                  <a:schemeClr val="dk1"/>
                </a:solidFill>
              </a:rPr>
              <a:t> </a:t>
            </a:r>
            <a:r>
              <a:rPr baseline="-25000" lang="fr" sz="1800">
                <a:solidFill>
                  <a:schemeClr val="dk1"/>
                </a:solidFill>
              </a:rPr>
              <a:t>(aq)</a:t>
            </a:r>
            <a:r>
              <a:rPr lang="fr" sz="1800">
                <a:solidFill>
                  <a:schemeClr val="dk1"/>
                </a:solidFill>
              </a:rPr>
              <a:t> + H</a:t>
            </a:r>
            <a:r>
              <a:rPr baseline="-25000" lang="fr" sz="1800">
                <a:solidFill>
                  <a:schemeClr val="dk1"/>
                </a:solidFill>
              </a:rPr>
              <a:t>2</a:t>
            </a:r>
            <a:r>
              <a:rPr lang="fr" sz="1800">
                <a:solidFill>
                  <a:schemeClr val="dk1"/>
                </a:solidFill>
              </a:rPr>
              <a:t>O</a:t>
            </a:r>
            <a:r>
              <a:rPr baseline="-25000" lang="fr" sz="1800">
                <a:solidFill>
                  <a:schemeClr val="dk1"/>
                </a:solidFill>
              </a:rPr>
              <a:t>(l)</a:t>
            </a:r>
            <a:endParaRPr b="1" sz="1800">
              <a:solidFill>
                <a:schemeClr val="dk1"/>
              </a:solidFill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2309850" y="315950"/>
            <a:ext cx="4524300" cy="5694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2500"/>
              <a:t>Synthèse de l’acétate d’éthyle</a:t>
            </a:r>
            <a:endParaRPr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75625" y="152400"/>
            <a:ext cx="459275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